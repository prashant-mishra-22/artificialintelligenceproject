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84" r:id="rId5"/>
    <p:sldId id="286" r:id="rId6"/>
    <p:sldId id="287" r:id="rId7"/>
    <p:sldId id="261" r:id="rId8"/>
    <p:sldId id="288" r:id="rId9"/>
    <p:sldId id="289" r:id="rId10"/>
    <p:sldId id="290" r:id="rId11"/>
    <p:sldId id="2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EFD3"/>
    <a:srgbClr val="E9C46A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C2D1A-22AA-4BC8-9C43-D8E1E9CA4238}" v="44" dt="2025-10-14T03:48:54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899" autoAdjust="0"/>
  </p:normalViewPr>
  <p:slideViewPr>
    <p:cSldViewPr snapToGrid="0" snapToObjects="1" showGuides="1">
      <p:cViewPr>
        <p:scale>
          <a:sx n="66" d="100"/>
          <a:sy n="66" d="100"/>
        </p:scale>
        <p:origin x="1166" y="32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41BF27-5D8F-4A7A-A2EF-5FFA608BCB91}" type="doc">
      <dgm:prSet loTypeId="urn:microsoft.com/office/officeart/2005/8/layout/default" loCatId="list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81B2EE73-9C74-47C0-8221-0BB3C7824183}">
      <dgm:prSet phldrT="[Text]"/>
      <dgm:spPr/>
      <dgm:t>
        <a:bodyPr/>
        <a:lstStyle/>
        <a:p>
          <a:pPr>
            <a:buNone/>
          </a:pPr>
          <a:r>
            <a:rPr lang="fr-FR" b="0" dirty="0"/>
            <a:t>implemented multi-agent Pac-Man Game environnent</a:t>
          </a:r>
          <a:endParaRPr lang="en-IN" dirty="0"/>
        </a:p>
      </dgm:t>
    </dgm:pt>
    <dgm:pt modelId="{18B2190B-37F5-416B-8E82-20E248C469FB}" type="parTrans" cxnId="{C0134AE0-B09C-45DE-B799-F2BE13678D37}">
      <dgm:prSet/>
      <dgm:spPr/>
      <dgm:t>
        <a:bodyPr/>
        <a:lstStyle/>
        <a:p>
          <a:endParaRPr lang="en-IN"/>
        </a:p>
      </dgm:t>
    </dgm:pt>
    <dgm:pt modelId="{BE78EB93-6E49-4992-AC25-1774B868DEEA}" type="sibTrans" cxnId="{C0134AE0-B09C-45DE-B799-F2BE13678D37}">
      <dgm:prSet/>
      <dgm:spPr/>
      <dgm:t>
        <a:bodyPr/>
        <a:lstStyle/>
        <a:p>
          <a:endParaRPr lang="en-IN"/>
        </a:p>
      </dgm:t>
    </dgm:pt>
    <dgm:pt modelId="{16DBA4E9-52E4-4453-A6FF-250C7CE808E5}">
      <dgm:prSet/>
      <dgm:spPr/>
      <dgm:t>
        <a:bodyPr/>
        <a:lstStyle/>
        <a:p>
          <a:pPr>
            <a:buNone/>
          </a:pPr>
          <a:r>
            <a:rPr lang="en-US" b="0" dirty="0"/>
            <a:t>Develop RL agent learning from visual inputs</a:t>
          </a:r>
        </a:p>
      </dgm:t>
    </dgm:pt>
    <dgm:pt modelId="{B13702B4-5932-4F70-A94B-DC6323356755}" type="parTrans" cxnId="{2C479CDE-354B-40DD-B314-AD955CEF5A7E}">
      <dgm:prSet/>
      <dgm:spPr/>
      <dgm:t>
        <a:bodyPr/>
        <a:lstStyle/>
        <a:p>
          <a:endParaRPr lang="en-IN"/>
        </a:p>
      </dgm:t>
    </dgm:pt>
    <dgm:pt modelId="{FAD1065E-4504-40ED-BD95-C4F78BFFC9EF}" type="sibTrans" cxnId="{2C479CDE-354B-40DD-B314-AD955CEF5A7E}">
      <dgm:prSet/>
      <dgm:spPr/>
      <dgm:t>
        <a:bodyPr/>
        <a:lstStyle/>
        <a:p>
          <a:endParaRPr lang="en-IN"/>
        </a:p>
      </dgm:t>
    </dgm:pt>
    <dgm:pt modelId="{B304554E-1A98-4B90-8B66-CE0D71094714}">
      <dgm:prSet/>
      <dgm:spPr/>
      <dgm:t>
        <a:bodyPr/>
        <a:lstStyle/>
        <a:p>
          <a:pPr>
            <a:buNone/>
          </a:pPr>
          <a:r>
            <a:rPr lang="en-US" b="0" dirty="0"/>
            <a:t> Use Deep Q-Networks (DQN) for decision making</a:t>
          </a:r>
        </a:p>
      </dgm:t>
    </dgm:pt>
    <dgm:pt modelId="{47721E07-DB6A-480C-9DE5-E621AB200879}" type="parTrans" cxnId="{25D3AB14-148B-4257-B8FE-E9F4D7E4B9D5}">
      <dgm:prSet/>
      <dgm:spPr/>
      <dgm:t>
        <a:bodyPr/>
        <a:lstStyle/>
        <a:p>
          <a:endParaRPr lang="en-IN"/>
        </a:p>
      </dgm:t>
    </dgm:pt>
    <dgm:pt modelId="{F274B525-F19D-4EE9-9D88-CCB539C13F90}" type="sibTrans" cxnId="{25D3AB14-148B-4257-B8FE-E9F4D7E4B9D5}">
      <dgm:prSet/>
      <dgm:spPr/>
      <dgm:t>
        <a:bodyPr/>
        <a:lstStyle/>
        <a:p>
          <a:endParaRPr lang="en-IN"/>
        </a:p>
      </dgm:t>
    </dgm:pt>
    <dgm:pt modelId="{CF1E11C2-6409-49FE-818F-8F803319B46A}">
      <dgm:prSet/>
      <dgm:spPr/>
      <dgm:t>
        <a:bodyPr/>
        <a:lstStyle/>
        <a:p>
          <a:pPr>
            <a:buNone/>
          </a:pPr>
          <a:r>
            <a:rPr lang="en-IN" b="0" dirty="0"/>
            <a:t> Real-time training visualization</a:t>
          </a:r>
        </a:p>
      </dgm:t>
    </dgm:pt>
    <dgm:pt modelId="{367D670D-20DE-48D7-9461-F443B8DED9B3}" type="parTrans" cxnId="{62C9DF57-27E1-4F6B-80E1-2297108B28A9}">
      <dgm:prSet/>
      <dgm:spPr/>
      <dgm:t>
        <a:bodyPr/>
        <a:lstStyle/>
        <a:p>
          <a:endParaRPr lang="en-IN"/>
        </a:p>
      </dgm:t>
    </dgm:pt>
    <dgm:pt modelId="{68884F89-7422-43D8-AD8D-547573B6635D}" type="sibTrans" cxnId="{62C9DF57-27E1-4F6B-80E1-2297108B28A9}">
      <dgm:prSet/>
      <dgm:spPr/>
      <dgm:t>
        <a:bodyPr/>
        <a:lstStyle/>
        <a:p>
          <a:endParaRPr lang="en-IN"/>
        </a:p>
      </dgm:t>
    </dgm:pt>
    <dgm:pt modelId="{C27DA7D8-B0CC-4EB5-BD38-8171C4C6547A}">
      <dgm:prSet/>
      <dgm:spPr/>
      <dgm:t>
        <a:bodyPr/>
        <a:lstStyle/>
        <a:p>
          <a:pPr>
            <a:buNone/>
          </a:pPr>
          <a:r>
            <a:rPr lang="en-US" b="0" dirty="0"/>
            <a:t>No handcrafted features - pure image-based learning</a:t>
          </a:r>
        </a:p>
      </dgm:t>
    </dgm:pt>
    <dgm:pt modelId="{CC81720E-58D0-4D4B-BCF0-6B374A19CF51}" type="parTrans" cxnId="{E5F21D99-D34F-438E-9F50-3E76A77A96AE}">
      <dgm:prSet/>
      <dgm:spPr/>
      <dgm:t>
        <a:bodyPr/>
        <a:lstStyle/>
        <a:p>
          <a:endParaRPr lang="en-IN"/>
        </a:p>
      </dgm:t>
    </dgm:pt>
    <dgm:pt modelId="{0D60EFD8-A993-4300-BC24-97CED2333A05}" type="sibTrans" cxnId="{E5F21D99-D34F-438E-9F50-3E76A77A96AE}">
      <dgm:prSet/>
      <dgm:spPr/>
      <dgm:t>
        <a:bodyPr/>
        <a:lstStyle/>
        <a:p>
          <a:endParaRPr lang="en-IN"/>
        </a:p>
      </dgm:t>
    </dgm:pt>
    <dgm:pt modelId="{D54C4DE5-04E9-42D9-A794-6DCF12E3E0DE}" type="pres">
      <dgm:prSet presAssocID="{B441BF27-5D8F-4A7A-A2EF-5FFA608BCB91}" presName="diagram" presStyleCnt="0">
        <dgm:presLayoutVars>
          <dgm:dir/>
          <dgm:resizeHandles val="exact"/>
        </dgm:presLayoutVars>
      </dgm:prSet>
      <dgm:spPr/>
    </dgm:pt>
    <dgm:pt modelId="{21089E81-BA9E-4961-A491-DCCE4C2C91C7}" type="pres">
      <dgm:prSet presAssocID="{81B2EE73-9C74-47C0-8221-0BB3C7824183}" presName="node" presStyleLbl="node1" presStyleIdx="0" presStyleCnt="5">
        <dgm:presLayoutVars>
          <dgm:bulletEnabled val="1"/>
        </dgm:presLayoutVars>
      </dgm:prSet>
      <dgm:spPr/>
    </dgm:pt>
    <dgm:pt modelId="{BA2F0E55-30B7-4623-91E8-F248FE667E1E}" type="pres">
      <dgm:prSet presAssocID="{BE78EB93-6E49-4992-AC25-1774B868DEEA}" presName="sibTrans" presStyleCnt="0"/>
      <dgm:spPr/>
    </dgm:pt>
    <dgm:pt modelId="{9FE14973-D614-47F3-8F60-E415D78AF61D}" type="pres">
      <dgm:prSet presAssocID="{16DBA4E9-52E4-4453-A6FF-250C7CE808E5}" presName="node" presStyleLbl="node1" presStyleIdx="1" presStyleCnt="5">
        <dgm:presLayoutVars>
          <dgm:bulletEnabled val="1"/>
        </dgm:presLayoutVars>
      </dgm:prSet>
      <dgm:spPr/>
    </dgm:pt>
    <dgm:pt modelId="{DF17B1FE-BE0F-4529-8EB5-CDD2E8969A0C}" type="pres">
      <dgm:prSet presAssocID="{FAD1065E-4504-40ED-BD95-C4F78BFFC9EF}" presName="sibTrans" presStyleCnt="0"/>
      <dgm:spPr/>
    </dgm:pt>
    <dgm:pt modelId="{DB4956AC-5C68-4FA8-A778-D5A6D3679A7C}" type="pres">
      <dgm:prSet presAssocID="{B304554E-1A98-4B90-8B66-CE0D71094714}" presName="node" presStyleLbl="node1" presStyleIdx="2" presStyleCnt="5">
        <dgm:presLayoutVars>
          <dgm:bulletEnabled val="1"/>
        </dgm:presLayoutVars>
      </dgm:prSet>
      <dgm:spPr/>
    </dgm:pt>
    <dgm:pt modelId="{91D35412-FC8E-4DCC-B2DA-9EB7772FE593}" type="pres">
      <dgm:prSet presAssocID="{F274B525-F19D-4EE9-9D88-CCB539C13F90}" presName="sibTrans" presStyleCnt="0"/>
      <dgm:spPr/>
    </dgm:pt>
    <dgm:pt modelId="{9A93CA62-7BD7-49DD-9BEB-51336E75A133}" type="pres">
      <dgm:prSet presAssocID="{CF1E11C2-6409-49FE-818F-8F803319B46A}" presName="node" presStyleLbl="node1" presStyleIdx="3" presStyleCnt="5">
        <dgm:presLayoutVars>
          <dgm:bulletEnabled val="1"/>
        </dgm:presLayoutVars>
      </dgm:prSet>
      <dgm:spPr/>
    </dgm:pt>
    <dgm:pt modelId="{B3A43BC2-B8F7-4AD8-8D0B-AA2C3D40E912}" type="pres">
      <dgm:prSet presAssocID="{68884F89-7422-43D8-AD8D-547573B6635D}" presName="sibTrans" presStyleCnt="0"/>
      <dgm:spPr/>
    </dgm:pt>
    <dgm:pt modelId="{4B79A98B-8EE4-4944-9146-646568EEF187}" type="pres">
      <dgm:prSet presAssocID="{C27DA7D8-B0CC-4EB5-BD38-8171C4C6547A}" presName="node" presStyleLbl="node1" presStyleIdx="4" presStyleCnt="5">
        <dgm:presLayoutVars>
          <dgm:bulletEnabled val="1"/>
        </dgm:presLayoutVars>
      </dgm:prSet>
      <dgm:spPr/>
    </dgm:pt>
  </dgm:ptLst>
  <dgm:cxnLst>
    <dgm:cxn modelId="{25D3AB14-148B-4257-B8FE-E9F4D7E4B9D5}" srcId="{B441BF27-5D8F-4A7A-A2EF-5FFA608BCB91}" destId="{B304554E-1A98-4B90-8B66-CE0D71094714}" srcOrd="2" destOrd="0" parTransId="{47721E07-DB6A-480C-9DE5-E621AB200879}" sibTransId="{F274B525-F19D-4EE9-9D88-CCB539C13F90}"/>
    <dgm:cxn modelId="{383B102D-B320-471A-B670-4609F94C409B}" type="presOf" srcId="{B304554E-1A98-4B90-8B66-CE0D71094714}" destId="{DB4956AC-5C68-4FA8-A778-D5A6D3679A7C}" srcOrd="0" destOrd="0" presId="urn:microsoft.com/office/officeart/2005/8/layout/default"/>
    <dgm:cxn modelId="{6303AC65-077B-40FB-B311-816523EFFA23}" type="presOf" srcId="{16DBA4E9-52E4-4453-A6FF-250C7CE808E5}" destId="{9FE14973-D614-47F3-8F60-E415D78AF61D}" srcOrd="0" destOrd="0" presId="urn:microsoft.com/office/officeart/2005/8/layout/default"/>
    <dgm:cxn modelId="{62C9DF57-27E1-4F6B-80E1-2297108B28A9}" srcId="{B441BF27-5D8F-4A7A-A2EF-5FFA608BCB91}" destId="{CF1E11C2-6409-49FE-818F-8F803319B46A}" srcOrd="3" destOrd="0" parTransId="{367D670D-20DE-48D7-9461-F443B8DED9B3}" sibTransId="{68884F89-7422-43D8-AD8D-547573B6635D}"/>
    <dgm:cxn modelId="{46834A58-D479-4BE3-9A9B-9CB94DFCFFD9}" type="presOf" srcId="{B441BF27-5D8F-4A7A-A2EF-5FFA608BCB91}" destId="{D54C4DE5-04E9-42D9-A794-6DCF12E3E0DE}" srcOrd="0" destOrd="0" presId="urn:microsoft.com/office/officeart/2005/8/layout/default"/>
    <dgm:cxn modelId="{93FA5098-1AE4-41BF-A2A7-C99BA808C088}" type="presOf" srcId="{C27DA7D8-B0CC-4EB5-BD38-8171C4C6547A}" destId="{4B79A98B-8EE4-4944-9146-646568EEF187}" srcOrd="0" destOrd="0" presId="urn:microsoft.com/office/officeart/2005/8/layout/default"/>
    <dgm:cxn modelId="{E5F21D99-D34F-438E-9F50-3E76A77A96AE}" srcId="{B441BF27-5D8F-4A7A-A2EF-5FFA608BCB91}" destId="{C27DA7D8-B0CC-4EB5-BD38-8171C4C6547A}" srcOrd="4" destOrd="0" parTransId="{CC81720E-58D0-4D4B-BCF0-6B374A19CF51}" sibTransId="{0D60EFD8-A993-4300-BC24-97CED2333A05}"/>
    <dgm:cxn modelId="{D0C1F6D1-98A0-45F6-A6E2-D8C0CEE197F5}" type="presOf" srcId="{CF1E11C2-6409-49FE-818F-8F803319B46A}" destId="{9A93CA62-7BD7-49DD-9BEB-51336E75A133}" srcOrd="0" destOrd="0" presId="urn:microsoft.com/office/officeart/2005/8/layout/default"/>
    <dgm:cxn modelId="{2C479CDE-354B-40DD-B314-AD955CEF5A7E}" srcId="{B441BF27-5D8F-4A7A-A2EF-5FFA608BCB91}" destId="{16DBA4E9-52E4-4453-A6FF-250C7CE808E5}" srcOrd="1" destOrd="0" parTransId="{B13702B4-5932-4F70-A94B-DC6323356755}" sibTransId="{FAD1065E-4504-40ED-BD95-C4F78BFFC9EF}"/>
    <dgm:cxn modelId="{C0134AE0-B09C-45DE-B799-F2BE13678D37}" srcId="{B441BF27-5D8F-4A7A-A2EF-5FFA608BCB91}" destId="{81B2EE73-9C74-47C0-8221-0BB3C7824183}" srcOrd="0" destOrd="0" parTransId="{18B2190B-37F5-416B-8E82-20E248C469FB}" sibTransId="{BE78EB93-6E49-4992-AC25-1774B868DEEA}"/>
    <dgm:cxn modelId="{CD4235F0-9FBB-49A5-8042-B2B454A9AADD}" type="presOf" srcId="{81B2EE73-9C74-47C0-8221-0BB3C7824183}" destId="{21089E81-BA9E-4961-A491-DCCE4C2C91C7}" srcOrd="0" destOrd="0" presId="urn:microsoft.com/office/officeart/2005/8/layout/default"/>
    <dgm:cxn modelId="{1C23DD82-5EB6-439E-B81F-F6AEE8D4C631}" type="presParOf" srcId="{D54C4DE5-04E9-42D9-A794-6DCF12E3E0DE}" destId="{21089E81-BA9E-4961-A491-DCCE4C2C91C7}" srcOrd="0" destOrd="0" presId="urn:microsoft.com/office/officeart/2005/8/layout/default"/>
    <dgm:cxn modelId="{B6105E43-B288-49FF-B102-3428A5315165}" type="presParOf" srcId="{D54C4DE5-04E9-42D9-A794-6DCF12E3E0DE}" destId="{BA2F0E55-30B7-4623-91E8-F248FE667E1E}" srcOrd="1" destOrd="0" presId="urn:microsoft.com/office/officeart/2005/8/layout/default"/>
    <dgm:cxn modelId="{E7E41DE3-BA02-433D-8583-C4B86604748F}" type="presParOf" srcId="{D54C4DE5-04E9-42D9-A794-6DCF12E3E0DE}" destId="{9FE14973-D614-47F3-8F60-E415D78AF61D}" srcOrd="2" destOrd="0" presId="urn:microsoft.com/office/officeart/2005/8/layout/default"/>
    <dgm:cxn modelId="{64B406D6-F140-4C0D-938B-76908EB44D96}" type="presParOf" srcId="{D54C4DE5-04E9-42D9-A794-6DCF12E3E0DE}" destId="{DF17B1FE-BE0F-4529-8EB5-CDD2E8969A0C}" srcOrd="3" destOrd="0" presId="urn:microsoft.com/office/officeart/2005/8/layout/default"/>
    <dgm:cxn modelId="{FCB485E4-5136-437A-8AC0-7C7A6D173742}" type="presParOf" srcId="{D54C4DE5-04E9-42D9-A794-6DCF12E3E0DE}" destId="{DB4956AC-5C68-4FA8-A778-D5A6D3679A7C}" srcOrd="4" destOrd="0" presId="urn:microsoft.com/office/officeart/2005/8/layout/default"/>
    <dgm:cxn modelId="{360DF1E9-3B30-46E8-9DE3-C9CEEAB3A603}" type="presParOf" srcId="{D54C4DE5-04E9-42D9-A794-6DCF12E3E0DE}" destId="{91D35412-FC8E-4DCC-B2DA-9EB7772FE593}" srcOrd="5" destOrd="0" presId="urn:microsoft.com/office/officeart/2005/8/layout/default"/>
    <dgm:cxn modelId="{27FBD38B-E1A1-4A46-8D82-9279A5F8195B}" type="presParOf" srcId="{D54C4DE5-04E9-42D9-A794-6DCF12E3E0DE}" destId="{9A93CA62-7BD7-49DD-9BEB-51336E75A133}" srcOrd="6" destOrd="0" presId="urn:microsoft.com/office/officeart/2005/8/layout/default"/>
    <dgm:cxn modelId="{2E06DE23-47B6-4BAB-A398-44AFA9BF5F71}" type="presParOf" srcId="{D54C4DE5-04E9-42D9-A794-6DCF12E3E0DE}" destId="{B3A43BC2-B8F7-4AD8-8D0B-AA2C3D40E912}" srcOrd="7" destOrd="0" presId="urn:microsoft.com/office/officeart/2005/8/layout/default"/>
    <dgm:cxn modelId="{6F5F2353-09FF-4083-8749-90007F14A99E}" type="presParOf" srcId="{D54C4DE5-04E9-42D9-A794-6DCF12E3E0DE}" destId="{4B79A98B-8EE4-4944-9146-646568EEF187}" srcOrd="8" destOrd="0" presId="urn:microsoft.com/office/officeart/2005/8/layout/default"/>
  </dgm:cxnLst>
  <dgm:bg>
    <a:solidFill>
      <a:srgbClr val="97EFD3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8D7CA2-764C-4926-87E0-2116624DBFCF}" type="doc">
      <dgm:prSet loTypeId="urn:microsoft.com/office/officeart/2005/8/layout/lProcess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58994D38-A377-4707-99F9-45F2673B476C}">
      <dgm:prSet phldrT="[Text]" phldr="0"/>
      <dgm:spPr/>
      <dgm:t>
        <a:bodyPr/>
        <a:lstStyle/>
        <a:p>
          <a:r>
            <a:rPr lang="en-IN" b="0" u="sng" dirty="0"/>
            <a:t>TECH STACK</a:t>
          </a:r>
          <a:endParaRPr lang="en-IN" u="sng" dirty="0"/>
        </a:p>
      </dgm:t>
    </dgm:pt>
    <dgm:pt modelId="{EAAC5CD6-1595-4D49-91B1-B1B851D9EE32}" type="parTrans" cxnId="{A9F62B16-8700-4436-B6CD-6B866C31A3A4}">
      <dgm:prSet/>
      <dgm:spPr/>
      <dgm:t>
        <a:bodyPr/>
        <a:lstStyle/>
        <a:p>
          <a:endParaRPr lang="en-IN"/>
        </a:p>
      </dgm:t>
    </dgm:pt>
    <dgm:pt modelId="{6BBE6262-187E-4163-9D7C-76FBAE22F52F}" type="sibTrans" cxnId="{A9F62B16-8700-4436-B6CD-6B866C31A3A4}">
      <dgm:prSet/>
      <dgm:spPr/>
      <dgm:t>
        <a:bodyPr/>
        <a:lstStyle/>
        <a:p>
          <a:endParaRPr lang="en-IN"/>
        </a:p>
      </dgm:t>
    </dgm:pt>
    <dgm:pt modelId="{F503B02D-FEC1-47F7-A417-B839085AB8F4}">
      <dgm:prSet custT="1"/>
      <dgm:spPr/>
      <dgm:t>
        <a:bodyPr/>
        <a:lstStyle/>
        <a:p>
          <a:pPr>
            <a:buNone/>
          </a:pPr>
          <a:r>
            <a:rPr lang="en-IN" sz="2400" b="0" dirty="0"/>
            <a:t>Python</a:t>
          </a:r>
        </a:p>
      </dgm:t>
    </dgm:pt>
    <dgm:pt modelId="{D077BDE6-03E5-42AA-B233-A57E0A336419}" type="parTrans" cxnId="{FF2596C9-3B59-4BC7-8243-136A64A96E28}">
      <dgm:prSet/>
      <dgm:spPr/>
      <dgm:t>
        <a:bodyPr/>
        <a:lstStyle/>
        <a:p>
          <a:endParaRPr lang="en-IN"/>
        </a:p>
      </dgm:t>
    </dgm:pt>
    <dgm:pt modelId="{6AA90C31-77F5-4FFD-8C06-BC458CFF9738}" type="sibTrans" cxnId="{FF2596C9-3B59-4BC7-8243-136A64A96E28}">
      <dgm:prSet/>
      <dgm:spPr/>
      <dgm:t>
        <a:bodyPr/>
        <a:lstStyle/>
        <a:p>
          <a:endParaRPr lang="en-IN"/>
        </a:p>
      </dgm:t>
    </dgm:pt>
    <dgm:pt modelId="{088C77FA-4D7D-468B-AAE0-87FDE5F3711E}">
      <dgm:prSet custT="1"/>
      <dgm:spPr/>
      <dgm:t>
        <a:bodyPr/>
        <a:lstStyle/>
        <a:p>
          <a:pPr>
            <a:buNone/>
          </a:pPr>
          <a:r>
            <a:rPr lang="en-IN" sz="2400" b="0" dirty="0" err="1"/>
            <a:t>PyTorch</a:t>
          </a:r>
          <a:endParaRPr lang="en-IN" sz="2400" b="0" dirty="0"/>
        </a:p>
      </dgm:t>
    </dgm:pt>
    <dgm:pt modelId="{D8F630CF-02AB-4FFF-B416-DFC304731EBF}" type="parTrans" cxnId="{BE7BD93F-E374-44A1-89F3-1C39D892A316}">
      <dgm:prSet/>
      <dgm:spPr/>
      <dgm:t>
        <a:bodyPr/>
        <a:lstStyle/>
        <a:p>
          <a:endParaRPr lang="en-IN"/>
        </a:p>
      </dgm:t>
    </dgm:pt>
    <dgm:pt modelId="{3031D1E6-4408-4732-ACB1-B78EEC64B1C0}" type="sibTrans" cxnId="{BE7BD93F-E374-44A1-89F3-1C39D892A316}">
      <dgm:prSet/>
      <dgm:spPr/>
      <dgm:t>
        <a:bodyPr/>
        <a:lstStyle/>
        <a:p>
          <a:endParaRPr lang="en-IN"/>
        </a:p>
      </dgm:t>
    </dgm:pt>
    <dgm:pt modelId="{2C16C58A-4046-452F-95A1-0BA1793602C4}">
      <dgm:prSet custT="1"/>
      <dgm:spPr/>
      <dgm:t>
        <a:bodyPr/>
        <a:lstStyle/>
        <a:p>
          <a:pPr>
            <a:buNone/>
          </a:pPr>
          <a:r>
            <a:rPr lang="en-IN" sz="2400" b="0" dirty="0"/>
            <a:t>PyGame</a:t>
          </a:r>
        </a:p>
      </dgm:t>
    </dgm:pt>
    <dgm:pt modelId="{7AA9E991-6E6B-489E-96F3-A642BA62D9B8}" type="parTrans" cxnId="{9DFDA9EC-0FFE-4C60-9F8A-D82F456F7826}">
      <dgm:prSet/>
      <dgm:spPr/>
      <dgm:t>
        <a:bodyPr/>
        <a:lstStyle/>
        <a:p>
          <a:endParaRPr lang="en-IN"/>
        </a:p>
      </dgm:t>
    </dgm:pt>
    <dgm:pt modelId="{5F228627-879A-4B5C-A0F4-39EF09A9D1A8}" type="sibTrans" cxnId="{9DFDA9EC-0FFE-4C60-9F8A-D82F456F7826}">
      <dgm:prSet/>
      <dgm:spPr/>
      <dgm:t>
        <a:bodyPr/>
        <a:lstStyle/>
        <a:p>
          <a:endParaRPr lang="en-IN"/>
        </a:p>
      </dgm:t>
    </dgm:pt>
    <dgm:pt modelId="{78B33E1A-F211-4BE6-B14D-C0D044B9EB2B}">
      <dgm:prSet custT="1"/>
      <dgm:spPr/>
      <dgm:t>
        <a:bodyPr/>
        <a:lstStyle/>
        <a:p>
          <a:pPr>
            <a:buNone/>
          </a:pPr>
          <a:r>
            <a:rPr lang="en-IN" sz="2400" b="0" dirty="0"/>
            <a:t>NumPy</a:t>
          </a:r>
        </a:p>
      </dgm:t>
    </dgm:pt>
    <dgm:pt modelId="{7A71148A-C242-4C26-9202-8F2913816A9D}" type="parTrans" cxnId="{6BC880D0-9BAA-416E-AD7D-E677D8E36857}">
      <dgm:prSet/>
      <dgm:spPr/>
      <dgm:t>
        <a:bodyPr/>
        <a:lstStyle/>
        <a:p>
          <a:endParaRPr lang="en-IN"/>
        </a:p>
      </dgm:t>
    </dgm:pt>
    <dgm:pt modelId="{BD09214A-E26F-45EA-9162-978D00C4C7A3}" type="sibTrans" cxnId="{6BC880D0-9BAA-416E-AD7D-E677D8E36857}">
      <dgm:prSet/>
      <dgm:spPr/>
      <dgm:t>
        <a:bodyPr/>
        <a:lstStyle/>
        <a:p>
          <a:endParaRPr lang="en-IN"/>
        </a:p>
      </dgm:t>
    </dgm:pt>
    <dgm:pt modelId="{9009F360-7900-4467-9EBD-E10258BFEAB5}" type="pres">
      <dgm:prSet presAssocID="{9F8D7CA2-764C-4926-87E0-2116624DBFCF}" presName="theList" presStyleCnt="0">
        <dgm:presLayoutVars>
          <dgm:dir/>
          <dgm:animLvl val="lvl"/>
          <dgm:resizeHandles val="exact"/>
        </dgm:presLayoutVars>
      </dgm:prSet>
      <dgm:spPr/>
    </dgm:pt>
    <dgm:pt modelId="{CD3DD831-41C7-47AC-BB5A-EAB325ED0445}" type="pres">
      <dgm:prSet presAssocID="{58994D38-A377-4707-99F9-45F2673B476C}" presName="compNode" presStyleCnt="0"/>
      <dgm:spPr/>
    </dgm:pt>
    <dgm:pt modelId="{C47E7831-B4F7-47BD-B0F4-AC701D59BB99}" type="pres">
      <dgm:prSet presAssocID="{58994D38-A377-4707-99F9-45F2673B476C}" presName="aNode" presStyleLbl="bgShp" presStyleIdx="0" presStyleCnt="1" custLinFactNeighborX="-13604" custLinFactNeighborY="19075"/>
      <dgm:spPr/>
    </dgm:pt>
    <dgm:pt modelId="{7B323923-162B-431A-AB5D-54E038ECE4CA}" type="pres">
      <dgm:prSet presAssocID="{58994D38-A377-4707-99F9-45F2673B476C}" presName="textNode" presStyleLbl="bgShp" presStyleIdx="0" presStyleCnt="1"/>
      <dgm:spPr/>
    </dgm:pt>
    <dgm:pt modelId="{57A37B2C-E8E5-4369-B80B-568B36BD7CEC}" type="pres">
      <dgm:prSet presAssocID="{58994D38-A377-4707-99F9-45F2673B476C}" presName="compChildNode" presStyleCnt="0"/>
      <dgm:spPr/>
    </dgm:pt>
    <dgm:pt modelId="{D3673223-EC41-4D01-A139-AF60132004A9}" type="pres">
      <dgm:prSet presAssocID="{58994D38-A377-4707-99F9-45F2673B476C}" presName="theInnerList" presStyleCnt="0"/>
      <dgm:spPr/>
    </dgm:pt>
    <dgm:pt modelId="{A1DEF0A4-752E-45AE-9331-25B08C8342B3}" type="pres">
      <dgm:prSet presAssocID="{F503B02D-FEC1-47F7-A417-B839085AB8F4}" presName="childNode" presStyleLbl="node1" presStyleIdx="0" presStyleCnt="4">
        <dgm:presLayoutVars>
          <dgm:bulletEnabled val="1"/>
        </dgm:presLayoutVars>
      </dgm:prSet>
      <dgm:spPr/>
    </dgm:pt>
    <dgm:pt modelId="{2DA1A879-2018-45EC-B626-9E0CBBB90D6E}" type="pres">
      <dgm:prSet presAssocID="{F503B02D-FEC1-47F7-A417-B839085AB8F4}" presName="aSpace2" presStyleCnt="0"/>
      <dgm:spPr/>
    </dgm:pt>
    <dgm:pt modelId="{D15E7927-6B18-4F47-8795-1C9A15916913}" type="pres">
      <dgm:prSet presAssocID="{088C77FA-4D7D-468B-AAE0-87FDE5F3711E}" presName="childNode" presStyleLbl="node1" presStyleIdx="1" presStyleCnt="4">
        <dgm:presLayoutVars>
          <dgm:bulletEnabled val="1"/>
        </dgm:presLayoutVars>
      </dgm:prSet>
      <dgm:spPr/>
    </dgm:pt>
    <dgm:pt modelId="{FB311FA7-3C54-42A6-808A-B9F630381571}" type="pres">
      <dgm:prSet presAssocID="{088C77FA-4D7D-468B-AAE0-87FDE5F3711E}" presName="aSpace2" presStyleCnt="0"/>
      <dgm:spPr/>
    </dgm:pt>
    <dgm:pt modelId="{978B007D-D211-4D12-B75D-6E5A9F102CD2}" type="pres">
      <dgm:prSet presAssocID="{2C16C58A-4046-452F-95A1-0BA1793602C4}" presName="childNode" presStyleLbl="node1" presStyleIdx="2" presStyleCnt="4">
        <dgm:presLayoutVars>
          <dgm:bulletEnabled val="1"/>
        </dgm:presLayoutVars>
      </dgm:prSet>
      <dgm:spPr/>
    </dgm:pt>
    <dgm:pt modelId="{685870BE-2556-49DA-B427-F16873C1659E}" type="pres">
      <dgm:prSet presAssocID="{2C16C58A-4046-452F-95A1-0BA1793602C4}" presName="aSpace2" presStyleCnt="0"/>
      <dgm:spPr/>
    </dgm:pt>
    <dgm:pt modelId="{5B585E54-2BD1-43C8-B237-3BAB7EFA8838}" type="pres">
      <dgm:prSet presAssocID="{78B33E1A-F211-4BE6-B14D-C0D044B9EB2B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CC87AD0A-4F85-4079-BAF3-1EE747C3A12E}" type="presOf" srcId="{58994D38-A377-4707-99F9-45F2673B476C}" destId="{7B323923-162B-431A-AB5D-54E038ECE4CA}" srcOrd="1" destOrd="0" presId="urn:microsoft.com/office/officeart/2005/8/layout/lProcess2"/>
    <dgm:cxn modelId="{A9F62B16-8700-4436-B6CD-6B866C31A3A4}" srcId="{9F8D7CA2-764C-4926-87E0-2116624DBFCF}" destId="{58994D38-A377-4707-99F9-45F2673B476C}" srcOrd="0" destOrd="0" parTransId="{EAAC5CD6-1595-4D49-91B1-B1B851D9EE32}" sibTransId="{6BBE6262-187E-4163-9D7C-76FBAE22F52F}"/>
    <dgm:cxn modelId="{CAC0ED27-5BBF-4B5F-9216-1E4698D89887}" type="presOf" srcId="{088C77FA-4D7D-468B-AAE0-87FDE5F3711E}" destId="{D15E7927-6B18-4F47-8795-1C9A15916913}" srcOrd="0" destOrd="0" presId="urn:microsoft.com/office/officeart/2005/8/layout/lProcess2"/>
    <dgm:cxn modelId="{CB02E532-96FF-4FD0-AFF3-1A042F7A4D47}" type="presOf" srcId="{2C16C58A-4046-452F-95A1-0BA1793602C4}" destId="{978B007D-D211-4D12-B75D-6E5A9F102CD2}" srcOrd="0" destOrd="0" presId="urn:microsoft.com/office/officeart/2005/8/layout/lProcess2"/>
    <dgm:cxn modelId="{D5853333-F198-4452-B75B-C812A4CF65C5}" type="presOf" srcId="{78B33E1A-F211-4BE6-B14D-C0D044B9EB2B}" destId="{5B585E54-2BD1-43C8-B237-3BAB7EFA8838}" srcOrd="0" destOrd="0" presId="urn:microsoft.com/office/officeart/2005/8/layout/lProcess2"/>
    <dgm:cxn modelId="{BE7BD93F-E374-44A1-89F3-1C39D892A316}" srcId="{58994D38-A377-4707-99F9-45F2673B476C}" destId="{088C77FA-4D7D-468B-AAE0-87FDE5F3711E}" srcOrd="1" destOrd="0" parTransId="{D8F630CF-02AB-4FFF-B416-DFC304731EBF}" sibTransId="{3031D1E6-4408-4732-ACB1-B78EEC64B1C0}"/>
    <dgm:cxn modelId="{FF9FBFA0-D672-4C78-8083-2766CFA0EC95}" type="presOf" srcId="{9F8D7CA2-764C-4926-87E0-2116624DBFCF}" destId="{9009F360-7900-4467-9EBD-E10258BFEAB5}" srcOrd="0" destOrd="0" presId="urn:microsoft.com/office/officeart/2005/8/layout/lProcess2"/>
    <dgm:cxn modelId="{FF2596C9-3B59-4BC7-8243-136A64A96E28}" srcId="{58994D38-A377-4707-99F9-45F2673B476C}" destId="{F503B02D-FEC1-47F7-A417-B839085AB8F4}" srcOrd="0" destOrd="0" parTransId="{D077BDE6-03E5-42AA-B233-A57E0A336419}" sibTransId="{6AA90C31-77F5-4FFD-8C06-BC458CFF9738}"/>
    <dgm:cxn modelId="{6BC880D0-9BAA-416E-AD7D-E677D8E36857}" srcId="{58994D38-A377-4707-99F9-45F2673B476C}" destId="{78B33E1A-F211-4BE6-B14D-C0D044B9EB2B}" srcOrd="3" destOrd="0" parTransId="{7A71148A-C242-4C26-9202-8F2913816A9D}" sibTransId="{BD09214A-E26F-45EA-9162-978D00C4C7A3}"/>
    <dgm:cxn modelId="{321216D5-3529-4714-90AB-0D32BD7C19E0}" type="presOf" srcId="{58994D38-A377-4707-99F9-45F2673B476C}" destId="{C47E7831-B4F7-47BD-B0F4-AC701D59BB99}" srcOrd="0" destOrd="0" presId="urn:microsoft.com/office/officeart/2005/8/layout/lProcess2"/>
    <dgm:cxn modelId="{896216E6-3EE5-45F6-8268-7B19D59D9193}" type="presOf" srcId="{F503B02D-FEC1-47F7-A417-B839085AB8F4}" destId="{A1DEF0A4-752E-45AE-9331-25B08C8342B3}" srcOrd="0" destOrd="0" presId="urn:microsoft.com/office/officeart/2005/8/layout/lProcess2"/>
    <dgm:cxn modelId="{9DFDA9EC-0FFE-4C60-9F8A-D82F456F7826}" srcId="{58994D38-A377-4707-99F9-45F2673B476C}" destId="{2C16C58A-4046-452F-95A1-0BA1793602C4}" srcOrd="2" destOrd="0" parTransId="{7AA9E991-6E6B-489E-96F3-A642BA62D9B8}" sibTransId="{5F228627-879A-4B5C-A0F4-39EF09A9D1A8}"/>
    <dgm:cxn modelId="{85983997-3E3F-495B-B6B3-0D349AD669C1}" type="presParOf" srcId="{9009F360-7900-4467-9EBD-E10258BFEAB5}" destId="{CD3DD831-41C7-47AC-BB5A-EAB325ED0445}" srcOrd="0" destOrd="0" presId="urn:microsoft.com/office/officeart/2005/8/layout/lProcess2"/>
    <dgm:cxn modelId="{3BF7C5B5-C271-4630-9DC2-AA2ED83A8FA0}" type="presParOf" srcId="{CD3DD831-41C7-47AC-BB5A-EAB325ED0445}" destId="{C47E7831-B4F7-47BD-B0F4-AC701D59BB99}" srcOrd="0" destOrd="0" presId="urn:microsoft.com/office/officeart/2005/8/layout/lProcess2"/>
    <dgm:cxn modelId="{F2F4FC9F-2060-4A50-BDE6-016046AE8491}" type="presParOf" srcId="{CD3DD831-41C7-47AC-BB5A-EAB325ED0445}" destId="{7B323923-162B-431A-AB5D-54E038ECE4CA}" srcOrd="1" destOrd="0" presId="urn:microsoft.com/office/officeart/2005/8/layout/lProcess2"/>
    <dgm:cxn modelId="{F2C7CBA7-8B91-427B-B579-A6C113DD5A0D}" type="presParOf" srcId="{CD3DD831-41C7-47AC-BB5A-EAB325ED0445}" destId="{57A37B2C-E8E5-4369-B80B-568B36BD7CEC}" srcOrd="2" destOrd="0" presId="urn:microsoft.com/office/officeart/2005/8/layout/lProcess2"/>
    <dgm:cxn modelId="{E4BD9752-5CD9-469F-AA2D-A2A62F8A00B4}" type="presParOf" srcId="{57A37B2C-E8E5-4369-B80B-568B36BD7CEC}" destId="{D3673223-EC41-4D01-A139-AF60132004A9}" srcOrd="0" destOrd="0" presId="urn:microsoft.com/office/officeart/2005/8/layout/lProcess2"/>
    <dgm:cxn modelId="{E23FF8CA-416B-44E9-B1D7-8979B39835C8}" type="presParOf" srcId="{D3673223-EC41-4D01-A139-AF60132004A9}" destId="{A1DEF0A4-752E-45AE-9331-25B08C8342B3}" srcOrd="0" destOrd="0" presId="urn:microsoft.com/office/officeart/2005/8/layout/lProcess2"/>
    <dgm:cxn modelId="{BBA16F3A-D2CE-4DD0-AD89-ACBE05215C86}" type="presParOf" srcId="{D3673223-EC41-4D01-A139-AF60132004A9}" destId="{2DA1A879-2018-45EC-B626-9E0CBBB90D6E}" srcOrd="1" destOrd="0" presId="urn:microsoft.com/office/officeart/2005/8/layout/lProcess2"/>
    <dgm:cxn modelId="{D00B16D6-84EB-4CAC-BCDC-ED04B6D17EF5}" type="presParOf" srcId="{D3673223-EC41-4D01-A139-AF60132004A9}" destId="{D15E7927-6B18-4F47-8795-1C9A15916913}" srcOrd="2" destOrd="0" presId="urn:microsoft.com/office/officeart/2005/8/layout/lProcess2"/>
    <dgm:cxn modelId="{8984FDE4-63A5-4F47-BF50-3DBCE0CB98D2}" type="presParOf" srcId="{D3673223-EC41-4D01-A139-AF60132004A9}" destId="{FB311FA7-3C54-42A6-808A-B9F630381571}" srcOrd="3" destOrd="0" presId="urn:microsoft.com/office/officeart/2005/8/layout/lProcess2"/>
    <dgm:cxn modelId="{C2ED0B12-E605-4C86-B6FE-BF62ED9C0EE4}" type="presParOf" srcId="{D3673223-EC41-4D01-A139-AF60132004A9}" destId="{978B007D-D211-4D12-B75D-6E5A9F102CD2}" srcOrd="4" destOrd="0" presId="urn:microsoft.com/office/officeart/2005/8/layout/lProcess2"/>
    <dgm:cxn modelId="{83E24940-23E2-4B5B-A3E9-AB4523B8501F}" type="presParOf" srcId="{D3673223-EC41-4D01-A139-AF60132004A9}" destId="{685870BE-2556-49DA-B427-F16873C1659E}" srcOrd="5" destOrd="0" presId="urn:microsoft.com/office/officeart/2005/8/layout/lProcess2"/>
    <dgm:cxn modelId="{FE487ADC-F3EB-4801-A7EF-55D649E14880}" type="presParOf" srcId="{D3673223-EC41-4D01-A139-AF60132004A9}" destId="{5B585E54-2BD1-43C8-B237-3BAB7EFA8838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4CC924-67C5-416B-91E6-EA4834E01DC9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F33CC716-922D-4859-AE27-1CB42C0AB932}">
      <dgm:prSet/>
      <dgm:spPr/>
      <dgm:t>
        <a:bodyPr/>
        <a:lstStyle/>
        <a:p>
          <a:pPr>
            <a:buNone/>
          </a:pPr>
          <a:r>
            <a:rPr lang="en-US" b="0"/>
            <a:t>1. Environment - Custom Pacman game</a:t>
          </a:r>
        </a:p>
      </dgm:t>
    </dgm:pt>
    <dgm:pt modelId="{0BB6AC46-3B3B-41EE-B6E1-AAB89DAD3897}" type="parTrans" cxnId="{29B0DBD2-E999-47C5-A26E-7E7630589AC4}">
      <dgm:prSet/>
      <dgm:spPr/>
      <dgm:t>
        <a:bodyPr/>
        <a:lstStyle/>
        <a:p>
          <a:endParaRPr lang="en-IN"/>
        </a:p>
      </dgm:t>
    </dgm:pt>
    <dgm:pt modelId="{63FF1105-9AA6-43A3-98CF-48259E3824D9}" type="sibTrans" cxnId="{29B0DBD2-E999-47C5-A26E-7E7630589AC4}">
      <dgm:prSet/>
      <dgm:spPr/>
      <dgm:t>
        <a:bodyPr/>
        <a:lstStyle/>
        <a:p>
          <a:endParaRPr lang="en-IN"/>
        </a:p>
      </dgm:t>
    </dgm:pt>
    <dgm:pt modelId="{AEE13A08-9138-46BD-AEBF-ED53FEEB6178}">
      <dgm:prSet/>
      <dgm:spPr/>
      <dgm:t>
        <a:bodyPr/>
        <a:lstStyle/>
        <a:p>
          <a:pPr>
            <a:buNone/>
          </a:pPr>
          <a:r>
            <a:rPr lang="en-US" b="0"/>
            <a:t>2. State Representation - RGB image grids</a:t>
          </a:r>
        </a:p>
      </dgm:t>
    </dgm:pt>
    <dgm:pt modelId="{EAA46F90-CB61-4A0C-A845-FCF184EAD934}" type="parTrans" cxnId="{0C8683A9-B25D-4542-8605-4AB86E2D15F5}">
      <dgm:prSet/>
      <dgm:spPr/>
      <dgm:t>
        <a:bodyPr/>
        <a:lstStyle/>
        <a:p>
          <a:endParaRPr lang="en-IN"/>
        </a:p>
      </dgm:t>
    </dgm:pt>
    <dgm:pt modelId="{7A7EC281-A0CB-4DF5-9F28-9176710ED709}" type="sibTrans" cxnId="{0C8683A9-B25D-4542-8605-4AB86E2D15F5}">
      <dgm:prSet/>
      <dgm:spPr/>
      <dgm:t>
        <a:bodyPr/>
        <a:lstStyle/>
        <a:p>
          <a:endParaRPr lang="en-IN"/>
        </a:p>
      </dgm:t>
    </dgm:pt>
    <dgm:pt modelId="{337CADC1-E123-46DB-B8E5-920F04A4F5CD}">
      <dgm:prSet/>
      <dgm:spPr/>
      <dgm:t>
        <a:bodyPr/>
        <a:lstStyle/>
        <a:p>
          <a:pPr>
            <a:buNone/>
          </a:pPr>
          <a:r>
            <a:rPr lang="en-US" b="0"/>
            <a:t>3. CNN Model - Feature extraction</a:t>
          </a:r>
        </a:p>
      </dgm:t>
    </dgm:pt>
    <dgm:pt modelId="{636CAD38-B118-4EB2-B0BA-B93536213D84}" type="parTrans" cxnId="{3954F636-DF53-40EF-907F-CB0D982009A0}">
      <dgm:prSet/>
      <dgm:spPr/>
      <dgm:t>
        <a:bodyPr/>
        <a:lstStyle/>
        <a:p>
          <a:endParaRPr lang="en-IN"/>
        </a:p>
      </dgm:t>
    </dgm:pt>
    <dgm:pt modelId="{F536EDE1-9334-4FD5-A832-3C92EB23105E}" type="sibTrans" cxnId="{3954F636-DF53-40EF-907F-CB0D982009A0}">
      <dgm:prSet/>
      <dgm:spPr/>
      <dgm:t>
        <a:bodyPr/>
        <a:lstStyle/>
        <a:p>
          <a:endParaRPr lang="en-IN"/>
        </a:p>
      </dgm:t>
    </dgm:pt>
    <dgm:pt modelId="{6B61BBEC-8991-4B8D-A620-A7A18EA27F8D}">
      <dgm:prSet/>
      <dgm:spPr/>
      <dgm:t>
        <a:bodyPr/>
        <a:lstStyle/>
        <a:p>
          <a:pPr>
            <a:buNone/>
          </a:pPr>
          <a:r>
            <a:rPr lang="en-IN" b="0"/>
            <a:t>4. DQN Agent - Q-value approximation</a:t>
          </a:r>
        </a:p>
      </dgm:t>
    </dgm:pt>
    <dgm:pt modelId="{808469BC-5922-4D51-A869-2888A8772345}" type="parTrans" cxnId="{548D8409-F8F7-4177-A05E-1875E546AD9D}">
      <dgm:prSet/>
      <dgm:spPr/>
      <dgm:t>
        <a:bodyPr/>
        <a:lstStyle/>
        <a:p>
          <a:endParaRPr lang="en-IN"/>
        </a:p>
      </dgm:t>
    </dgm:pt>
    <dgm:pt modelId="{8EC078A6-7656-4F32-B388-C7562D81FBA2}" type="sibTrans" cxnId="{548D8409-F8F7-4177-A05E-1875E546AD9D}">
      <dgm:prSet/>
      <dgm:spPr/>
      <dgm:t>
        <a:bodyPr/>
        <a:lstStyle/>
        <a:p>
          <a:endParaRPr lang="en-IN"/>
        </a:p>
      </dgm:t>
    </dgm:pt>
    <dgm:pt modelId="{8A2DE97D-6C2C-42A8-9BF2-A9FEDA27DA47}">
      <dgm:prSet/>
      <dgm:spPr/>
      <dgm:t>
        <a:bodyPr/>
        <a:lstStyle/>
        <a:p>
          <a:pPr>
            <a:buNone/>
          </a:pPr>
          <a:r>
            <a:rPr lang="en-US" b="0" dirty="0"/>
            <a:t>5. Training Loop - Experience replay + </a:t>
          </a:r>
          <a:r>
            <a:rPr lang="en-US" b="0"/>
            <a:t>Target networks</a:t>
          </a:r>
          <a:endParaRPr lang="en-US" b="0" dirty="0"/>
        </a:p>
      </dgm:t>
    </dgm:pt>
    <dgm:pt modelId="{17F30CDE-01B0-4E5A-85CD-3B9DB6ECD77A}" type="parTrans" cxnId="{E09C8A03-B256-4D6C-837D-368F1FADA5BF}">
      <dgm:prSet/>
      <dgm:spPr/>
      <dgm:t>
        <a:bodyPr/>
        <a:lstStyle/>
        <a:p>
          <a:endParaRPr lang="en-IN"/>
        </a:p>
      </dgm:t>
    </dgm:pt>
    <dgm:pt modelId="{ABF7E2CC-D6F1-41F4-909B-6BEDF85BE70A}" type="sibTrans" cxnId="{E09C8A03-B256-4D6C-837D-368F1FADA5BF}">
      <dgm:prSet/>
      <dgm:spPr/>
      <dgm:t>
        <a:bodyPr/>
        <a:lstStyle/>
        <a:p>
          <a:endParaRPr lang="en-IN"/>
        </a:p>
      </dgm:t>
    </dgm:pt>
    <dgm:pt modelId="{FCB2BD52-70FD-49FC-8DB8-48E57F4F668D}" type="pres">
      <dgm:prSet presAssocID="{6D4CC924-67C5-416B-91E6-EA4834E01DC9}" presName="linear" presStyleCnt="0">
        <dgm:presLayoutVars>
          <dgm:dir/>
          <dgm:animLvl val="lvl"/>
          <dgm:resizeHandles val="exact"/>
        </dgm:presLayoutVars>
      </dgm:prSet>
      <dgm:spPr/>
    </dgm:pt>
    <dgm:pt modelId="{1C70B74A-525F-4A9B-B0AC-AFCDACA868EB}" type="pres">
      <dgm:prSet presAssocID="{F33CC716-922D-4859-AE27-1CB42C0AB932}" presName="parentLin" presStyleCnt="0"/>
      <dgm:spPr/>
    </dgm:pt>
    <dgm:pt modelId="{7B93B08C-64FE-44AE-8996-740CE56DC79B}" type="pres">
      <dgm:prSet presAssocID="{F33CC716-922D-4859-AE27-1CB42C0AB932}" presName="parentLeftMargin" presStyleLbl="node1" presStyleIdx="0" presStyleCnt="5"/>
      <dgm:spPr/>
    </dgm:pt>
    <dgm:pt modelId="{EBC3D1B9-EE1D-42BC-BDD6-41F48DC8140B}" type="pres">
      <dgm:prSet presAssocID="{F33CC716-922D-4859-AE27-1CB42C0AB93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5FC992E-B976-41D0-BC47-EB370DB53553}" type="pres">
      <dgm:prSet presAssocID="{F33CC716-922D-4859-AE27-1CB42C0AB932}" presName="negativeSpace" presStyleCnt="0"/>
      <dgm:spPr/>
    </dgm:pt>
    <dgm:pt modelId="{236F03FB-01CA-47CA-9633-90CEB66DC67D}" type="pres">
      <dgm:prSet presAssocID="{F33CC716-922D-4859-AE27-1CB42C0AB932}" presName="childText" presStyleLbl="conFgAcc1" presStyleIdx="0" presStyleCnt="5">
        <dgm:presLayoutVars>
          <dgm:bulletEnabled val="1"/>
        </dgm:presLayoutVars>
      </dgm:prSet>
      <dgm:spPr/>
    </dgm:pt>
    <dgm:pt modelId="{98E71B7E-442D-4495-8BB3-EAA77A6DA90D}" type="pres">
      <dgm:prSet presAssocID="{63FF1105-9AA6-43A3-98CF-48259E3824D9}" presName="spaceBetweenRectangles" presStyleCnt="0"/>
      <dgm:spPr/>
    </dgm:pt>
    <dgm:pt modelId="{07116608-FCC8-4492-8E75-200DC1DE2663}" type="pres">
      <dgm:prSet presAssocID="{AEE13A08-9138-46BD-AEBF-ED53FEEB6178}" presName="parentLin" presStyleCnt="0"/>
      <dgm:spPr/>
    </dgm:pt>
    <dgm:pt modelId="{D3700D7D-02CA-452C-B8F7-4122393D182C}" type="pres">
      <dgm:prSet presAssocID="{AEE13A08-9138-46BD-AEBF-ED53FEEB6178}" presName="parentLeftMargin" presStyleLbl="node1" presStyleIdx="0" presStyleCnt="5"/>
      <dgm:spPr/>
    </dgm:pt>
    <dgm:pt modelId="{90115C61-5A33-4EAC-870D-A7798C710682}" type="pres">
      <dgm:prSet presAssocID="{AEE13A08-9138-46BD-AEBF-ED53FEEB617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8EA7736-BF6B-445F-8BAA-891379D92B10}" type="pres">
      <dgm:prSet presAssocID="{AEE13A08-9138-46BD-AEBF-ED53FEEB6178}" presName="negativeSpace" presStyleCnt="0"/>
      <dgm:spPr/>
    </dgm:pt>
    <dgm:pt modelId="{EAC2E11E-45A5-4E6B-8136-06C8539AAB0D}" type="pres">
      <dgm:prSet presAssocID="{AEE13A08-9138-46BD-AEBF-ED53FEEB6178}" presName="childText" presStyleLbl="conFgAcc1" presStyleIdx="1" presStyleCnt="5">
        <dgm:presLayoutVars>
          <dgm:bulletEnabled val="1"/>
        </dgm:presLayoutVars>
      </dgm:prSet>
      <dgm:spPr/>
    </dgm:pt>
    <dgm:pt modelId="{F5DEEB7C-ADCC-4DB7-A1E6-E2494DE2F406}" type="pres">
      <dgm:prSet presAssocID="{7A7EC281-A0CB-4DF5-9F28-9176710ED709}" presName="spaceBetweenRectangles" presStyleCnt="0"/>
      <dgm:spPr/>
    </dgm:pt>
    <dgm:pt modelId="{AA3115AB-879C-4712-A1C3-12C728DD9FF6}" type="pres">
      <dgm:prSet presAssocID="{337CADC1-E123-46DB-B8E5-920F04A4F5CD}" presName="parentLin" presStyleCnt="0"/>
      <dgm:spPr/>
    </dgm:pt>
    <dgm:pt modelId="{536C47EB-ADD0-4EBE-8CBA-32FB71967EB4}" type="pres">
      <dgm:prSet presAssocID="{337CADC1-E123-46DB-B8E5-920F04A4F5CD}" presName="parentLeftMargin" presStyleLbl="node1" presStyleIdx="1" presStyleCnt="5"/>
      <dgm:spPr/>
    </dgm:pt>
    <dgm:pt modelId="{479C9104-3D9B-412D-BAE4-7F3678F4CDB0}" type="pres">
      <dgm:prSet presAssocID="{337CADC1-E123-46DB-B8E5-920F04A4F5C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08952F2-0540-496D-BA26-65F8ED34F836}" type="pres">
      <dgm:prSet presAssocID="{337CADC1-E123-46DB-B8E5-920F04A4F5CD}" presName="negativeSpace" presStyleCnt="0"/>
      <dgm:spPr/>
    </dgm:pt>
    <dgm:pt modelId="{237D9A22-26E5-4B9E-926C-98D3A0DDDC40}" type="pres">
      <dgm:prSet presAssocID="{337CADC1-E123-46DB-B8E5-920F04A4F5CD}" presName="childText" presStyleLbl="conFgAcc1" presStyleIdx="2" presStyleCnt="5">
        <dgm:presLayoutVars>
          <dgm:bulletEnabled val="1"/>
        </dgm:presLayoutVars>
      </dgm:prSet>
      <dgm:spPr/>
    </dgm:pt>
    <dgm:pt modelId="{78E245BE-579E-482F-B69C-3B4833A95253}" type="pres">
      <dgm:prSet presAssocID="{F536EDE1-9334-4FD5-A832-3C92EB23105E}" presName="spaceBetweenRectangles" presStyleCnt="0"/>
      <dgm:spPr/>
    </dgm:pt>
    <dgm:pt modelId="{118898AB-2882-4A72-996E-7E065EC832A4}" type="pres">
      <dgm:prSet presAssocID="{6B61BBEC-8991-4B8D-A620-A7A18EA27F8D}" presName="parentLin" presStyleCnt="0"/>
      <dgm:spPr/>
    </dgm:pt>
    <dgm:pt modelId="{C6B8C9C3-8206-4960-BD3B-9E2FF7080F04}" type="pres">
      <dgm:prSet presAssocID="{6B61BBEC-8991-4B8D-A620-A7A18EA27F8D}" presName="parentLeftMargin" presStyleLbl="node1" presStyleIdx="2" presStyleCnt="5"/>
      <dgm:spPr/>
    </dgm:pt>
    <dgm:pt modelId="{E5E9ABD6-9273-4FEA-BD53-ED0275D4C055}" type="pres">
      <dgm:prSet presAssocID="{6B61BBEC-8991-4B8D-A620-A7A18EA27F8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3517D09-2BE0-4CC6-8114-E10BE8CB4B21}" type="pres">
      <dgm:prSet presAssocID="{6B61BBEC-8991-4B8D-A620-A7A18EA27F8D}" presName="negativeSpace" presStyleCnt="0"/>
      <dgm:spPr/>
    </dgm:pt>
    <dgm:pt modelId="{7AF6F62F-E04D-4E75-9589-4F9B2E801137}" type="pres">
      <dgm:prSet presAssocID="{6B61BBEC-8991-4B8D-A620-A7A18EA27F8D}" presName="childText" presStyleLbl="conFgAcc1" presStyleIdx="3" presStyleCnt="5">
        <dgm:presLayoutVars>
          <dgm:bulletEnabled val="1"/>
        </dgm:presLayoutVars>
      </dgm:prSet>
      <dgm:spPr/>
    </dgm:pt>
    <dgm:pt modelId="{06DE8A0C-5762-4AF1-86C4-F55989BE11A1}" type="pres">
      <dgm:prSet presAssocID="{8EC078A6-7656-4F32-B388-C7562D81FBA2}" presName="spaceBetweenRectangles" presStyleCnt="0"/>
      <dgm:spPr/>
    </dgm:pt>
    <dgm:pt modelId="{882F91B6-3F76-4ED9-BAE8-ADC4BD29EFDE}" type="pres">
      <dgm:prSet presAssocID="{8A2DE97D-6C2C-42A8-9BF2-A9FEDA27DA47}" presName="parentLin" presStyleCnt="0"/>
      <dgm:spPr/>
    </dgm:pt>
    <dgm:pt modelId="{A1A645C3-2A97-4ABD-B3C2-6FF4C8E7382E}" type="pres">
      <dgm:prSet presAssocID="{8A2DE97D-6C2C-42A8-9BF2-A9FEDA27DA47}" presName="parentLeftMargin" presStyleLbl="node1" presStyleIdx="3" presStyleCnt="5"/>
      <dgm:spPr/>
    </dgm:pt>
    <dgm:pt modelId="{097E4DB7-FF1E-4802-95FD-33C5939637CB}" type="pres">
      <dgm:prSet presAssocID="{8A2DE97D-6C2C-42A8-9BF2-A9FEDA27DA4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5251AC2-CA8C-4B4C-A4B9-CAE83525DB70}" type="pres">
      <dgm:prSet presAssocID="{8A2DE97D-6C2C-42A8-9BF2-A9FEDA27DA47}" presName="negativeSpace" presStyleCnt="0"/>
      <dgm:spPr/>
    </dgm:pt>
    <dgm:pt modelId="{DDA5B0A5-0805-41E1-8E48-120BB5453C2C}" type="pres">
      <dgm:prSet presAssocID="{8A2DE97D-6C2C-42A8-9BF2-A9FEDA27DA4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09C8A03-B256-4D6C-837D-368F1FADA5BF}" srcId="{6D4CC924-67C5-416B-91E6-EA4834E01DC9}" destId="{8A2DE97D-6C2C-42A8-9BF2-A9FEDA27DA47}" srcOrd="4" destOrd="0" parTransId="{17F30CDE-01B0-4E5A-85CD-3B9DB6ECD77A}" sibTransId="{ABF7E2CC-D6F1-41F4-909B-6BEDF85BE70A}"/>
    <dgm:cxn modelId="{548D8409-F8F7-4177-A05E-1875E546AD9D}" srcId="{6D4CC924-67C5-416B-91E6-EA4834E01DC9}" destId="{6B61BBEC-8991-4B8D-A620-A7A18EA27F8D}" srcOrd="3" destOrd="0" parTransId="{808469BC-5922-4D51-A869-2888A8772345}" sibTransId="{8EC078A6-7656-4F32-B388-C7562D81FBA2}"/>
    <dgm:cxn modelId="{BA183A21-0DC5-4DE6-889A-9FCE6EC5504B}" type="presOf" srcId="{F33CC716-922D-4859-AE27-1CB42C0AB932}" destId="{7B93B08C-64FE-44AE-8996-740CE56DC79B}" srcOrd="0" destOrd="0" presId="urn:microsoft.com/office/officeart/2005/8/layout/list1"/>
    <dgm:cxn modelId="{3954F636-DF53-40EF-907F-CB0D982009A0}" srcId="{6D4CC924-67C5-416B-91E6-EA4834E01DC9}" destId="{337CADC1-E123-46DB-B8E5-920F04A4F5CD}" srcOrd="2" destOrd="0" parTransId="{636CAD38-B118-4EB2-B0BA-B93536213D84}" sibTransId="{F536EDE1-9334-4FD5-A832-3C92EB23105E}"/>
    <dgm:cxn modelId="{A4B3ED5E-D534-4DF4-ACF7-33ECF2BCDF01}" type="presOf" srcId="{6B61BBEC-8991-4B8D-A620-A7A18EA27F8D}" destId="{C6B8C9C3-8206-4960-BD3B-9E2FF7080F04}" srcOrd="0" destOrd="0" presId="urn:microsoft.com/office/officeart/2005/8/layout/list1"/>
    <dgm:cxn modelId="{DACDFA6A-9BCE-4DA7-83E1-C094F36EA12E}" type="presOf" srcId="{337CADC1-E123-46DB-B8E5-920F04A4F5CD}" destId="{479C9104-3D9B-412D-BAE4-7F3678F4CDB0}" srcOrd="1" destOrd="0" presId="urn:microsoft.com/office/officeart/2005/8/layout/list1"/>
    <dgm:cxn modelId="{7015F14F-B6C6-476D-A9DD-6066F8F524E9}" type="presOf" srcId="{AEE13A08-9138-46BD-AEBF-ED53FEEB6178}" destId="{D3700D7D-02CA-452C-B8F7-4122393D182C}" srcOrd="0" destOrd="0" presId="urn:microsoft.com/office/officeart/2005/8/layout/list1"/>
    <dgm:cxn modelId="{F33FE073-DB1A-47CA-926C-32FA8D0E6144}" type="presOf" srcId="{F33CC716-922D-4859-AE27-1CB42C0AB932}" destId="{EBC3D1B9-EE1D-42BC-BDD6-41F48DC8140B}" srcOrd="1" destOrd="0" presId="urn:microsoft.com/office/officeart/2005/8/layout/list1"/>
    <dgm:cxn modelId="{5CBD4D91-91EC-4FE6-BE82-3D21B2798536}" type="presOf" srcId="{8A2DE97D-6C2C-42A8-9BF2-A9FEDA27DA47}" destId="{A1A645C3-2A97-4ABD-B3C2-6FF4C8E7382E}" srcOrd="0" destOrd="0" presId="urn:microsoft.com/office/officeart/2005/8/layout/list1"/>
    <dgm:cxn modelId="{A2934E9F-11B4-4E45-8783-8F7788FD8D0A}" type="presOf" srcId="{AEE13A08-9138-46BD-AEBF-ED53FEEB6178}" destId="{90115C61-5A33-4EAC-870D-A7798C710682}" srcOrd="1" destOrd="0" presId="urn:microsoft.com/office/officeart/2005/8/layout/list1"/>
    <dgm:cxn modelId="{0C8683A9-B25D-4542-8605-4AB86E2D15F5}" srcId="{6D4CC924-67C5-416B-91E6-EA4834E01DC9}" destId="{AEE13A08-9138-46BD-AEBF-ED53FEEB6178}" srcOrd="1" destOrd="0" parTransId="{EAA46F90-CB61-4A0C-A845-FCF184EAD934}" sibTransId="{7A7EC281-A0CB-4DF5-9F28-9176710ED709}"/>
    <dgm:cxn modelId="{2874EEB3-55D1-43E2-BD7F-8C902AC8078A}" type="presOf" srcId="{6B61BBEC-8991-4B8D-A620-A7A18EA27F8D}" destId="{E5E9ABD6-9273-4FEA-BD53-ED0275D4C055}" srcOrd="1" destOrd="0" presId="urn:microsoft.com/office/officeart/2005/8/layout/list1"/>
    <dgm:cxn modelId="{232869B7-83FA-475F-AF5F-4CC29A8EE1FD}" type="presOf" srcId="{6D4CC924-67C5-416B-91E6-EA4834E01DC9}" destId="{FCB2BD52-70FD-49FC-8DB8-48E57F4F668D}" srcOrd="0" destOrd="0" presId="urn:microsoft.com/office/officeart/2005/8/layout/list1"/>
    <dgm:cxn modelId="{65E40BC5-D893-42A6-869B-0C6E8B53762E}" type="presOf" srcId="{337CADC1-E123-46DB-B8E5-920F04A4F5CD}" destId="{536C47EB-ADD0-4EBE-8CBA-32FB71967EB4}" srcOrd="0" destOrd="0" presId="urn:microsoft.com/office/officeart/2005/8/layout/list1"/>
    <dgm:cxn modelId="{03479FC9-EB16-4503-BA4A-F2EC3D0F7169}" type="presOf" srcId="{8A2DE97D-6C2C-42A8-9BF2-A9FEDA27DA47}" destId="{097E4DB7-FF1E-4802-95FD-33C5939637CB}" srcOrd="1" destOrd="0" presId="urn:microsoft.com/office/officeart/2005/8/layout/list1"/>
    <dgm:cxn modelId="{29B0DBD2-E999-47C5-A26E-7E7630589AC4}" srcId="{6D4CC924-67C5-416B-91E6-EA4834E01DC9}" destId="{F33CC716-922D-4859-AE27-1CB42C0AB932}" srcOrd="0" destOrd="0" parTransId="{0BB6AC46-3B3B-41EE-B6E1-AAB89DAD3897}" sibTransId="{63FF1105-9AA6-43A3-98CF-48259E3824D9}"/>
    <dgm:cxn modelId="{1EBE61C2-B824-4E48-8082-C7C99C1AA692}" type="presParOf" srcId="{FCB2BD52-70FD-49FC-8DB8-48E57F4F668D}" destId="{1C70B74A-525F-4A9B-B0AC-AFCDACA868EB}" srcOrd="0" destOrd="0" presId="urn:microsoft.com/office/officeart/2005/8/layout/list1"/>
    <dgm:cxn modelId="{D04AF5BC-ED7F-4EA7-97AE-F612E3DF784F}" type="presParOf" srcId="{1C70B74A-525F-4A9B-B0AC-AFCDACA868EB}" destId="{7B93B08C-64FE-44AE-8996-740CE56DC79B}" srcOrd="0" destOrd="0" presId="urn:microsoft.com/office/officeart/2005/8/layout/list1"/>
    <dgm:cxn modelId="{DBDE5706-784F-4A1F-BAE1-0DA96F15A54C}" type="presParOf" srcId="{1C70B74A-525F-4A9B-B0AC-AFCDACA868EB}" destId="{EBC3D1B9-EE1D-42BC-BDD6-41F48DC8140B}" srcOrd="1" destOrd="0" presId="urn:microsoft.com/office/officeart/2005/8/layout/list1"/>
    <dgm:cxn modelId="{4F702015-A51C-4D16-BC74-5D730937D625}" type="presParOf" srcId="{FCB2BD52-70FD-49FC-8DB8-48E57F4F668D}" destId="{55FC992E-B976-41D0-BC47-EB370DB53553}" srcOrd="1" destOrd="0" presId="urn:microsoft.com/office/officeart/2005/8/layout/list1"/>
    <dgm:cxn modelId="{B39A1BF3-309E-482E-B560-70C15EBD4AC0}" type="presParOf" srcId="{FCB2BD52-70FD-49FC-8DB8-48E57F4F668D}" destId="{236F03FB-01CA-47CA-9633-90CEB66DC67D}" srcOrd="2" destOrd="0" presId="urn:microsoft.com/office/officeart/2005/8/layout/list1"/>
    <dgm:cxn modelId="{EA62306E-D1D9-4EF6-87B9-69AD4A1B52FA}" type="presParOf" srcId="{FCB2BD52-70FD-49FC-8DB8-48E57F4F668D}" destId="{98E71B7E-442D-4495-8BB3-EAA77A6DA90D}" srcOrd="3" destOrd="0" presId="urn:microsoft.com/office/officeart/2005/8/layout/list1"/>
    <dgm:cxn modelId="{F4399DC2-C78A-4B09-881E-CA30D9905F88}" type="presParOf" srcId="{FCB2BD52-70FD-49FC-8DB8-48E57F4F668D}" destId="{07116608-FCC8-4492-8E75-200DC1DE2663}" srcOrd="4" destOrd="0" presId="urn:microsoft.com/office/officeart/2005/8/layout/list1"/>
    <dgm:cxn modelId="{798B609E-A1C5-45DA-BCB3-94D090ED457F}" type="presParOf" srcId="{07116608-FCC8-4492-8E75-200DC1DE2663}" destId="{D3700D7D-02CA-452C-B8F7-4122393D182C}" srcOrd="0" destOrd="0" presId="urn:microsoft.com/office/officeart/2005/8/layout/list1"/>
    <dgm:cxn modelId="{3BFD7864-DC66-4C73-A5B3-36ECE30E427A}" type="presParOf" srcId="{07116608-FCC8-4492-8E75-200DC1DE2663}" destId="{90115C61-5A33-4EAC-870D-A7798C710682}" srcOrd="1" destOrd="0" presId="urn:microsoft.com/office/officeart/2005/8/layout/list1"/>
    <dgm:cxn modelId="{E328EDDC-4CC0-4EB5-927A-D49AF6E08415}" type="presParOf" srcId="{FCB2BD52-70FD-49FC-8DB8-48E57F4F668D}" destId="{98EA7736-BF6B-445F-8BAA-891379D92B10}" srcOrd="5" destOrd="0" presId="urn:microsoft.com/office/officeart/2005/8/layout/list1"/>
    <dgm:cxn modelId="{D6E5F2B5-DC85-4B53-BA85-DBEC1E1B2C29}" type="presParOf" srcId="{FCB2BD52-70FD-49FC-8DB8-48E57F4F668D}" destId="{EAC2E11E-45A5-4E6B-8136-06C8539AAB0D}" srcOrd="6" destOrd="0" presId="urn:microsoft.com/office/officeart/2005/8/layout/list1"/>
    <dgm:cxn modelId="{23D6C9FF-6583-480A-89DA-FD8DF5F47C23}" type="presParOf" srcId="{FCB2BD52-70FD-49FC-8DB8-48E57F4F668D}" destId="{F5DEEB7C-ADCC-4DB7-A1E6-E2494DE2F406}" srcOrd="7" destOrd="0" presId="urn:microsoft.com/office/officeart/2005/8/layout/list1"/>
    <dgm:cxn modelId="{FC2FF346-A9A8-49A8-B4E2-7133AEFF7C6B}" type="presParOf" srcId="{FCB2BD52-70FD-49FC-8DB8-48E57F4F668D}" destId="{AA3115AB-879C-4712-A1C3-12C728DD9FF6}" srcOrd="8" destOrd="0" presId="urn:microsoft.com/office/officeart/2005/8/layout/list1"/>
    <dgm:cxn modelId="{E61E6587-7917-47C0-9BAA-85BE7AAB2055}" type="presParOf" srcId="{AA3115AB-879C-4712-A1C3-12C728DD9FF6}" destId="{536C47EB-ADD0-4EBE-8CBA-32FB71967EB4}" srcOrd="0" destOrd="0" presId="urn:microsoft.com/office/officeart/2005/8/layout/list1"/>
    <dgm:cxn modelId="{4B097722-D4E5-4A9E-9BFB-E5E876016E86}" type="presParOf" srcId="{AA3115AB-879C-4712-A1C3-12C728DD9FF6}" destId="{479C9104-3D9B-412D-BAE4-7F3678F4CDB0}" srcOrd="1" destOrd="0" presId="urn:microsoft.com/office/officeart/2005/8/layout/list1"/>
    <dgm:cxn modelId="{CD487660-FA00-4AB3-9B91-BBBF5EE8AC9D}" type="presParOf" srcId="{FCB2BD52-70FD-49FC-8DB8-48E57F4F668D}" destId="{708952F2-0540-496D-BA26-65F8ED34F836}" srcOrd="9" destOrd="0" presId="urn:microsoft.com/office/officeart/2005/8/layout/list1"/>
    <dgm:cxn modelId="{5CFEE3DA-BB2D-42D0-8C76-C6351402013F}" type="presParOf" srcId="{FCB2BD52-70FD-49FC-8DB8-48E57F4F668D}" destId="{237D9A22-26E5-4B9E-926C-98D3A0DDDC40}" srcOrd="10" destOrd="0" presId="urn:microsoft.com/office/officeart/2005/8/layout/list1"/>
    <dgm:cxn modelId="{3701FAB1-C08B-45E7-9A67-A6F8CD4EC976}" type="presParOf" srcId="{FCB2BD52-70FD-49FC-8DB8-48E57F4F668D}" destId="{78E245BE-579E-482F-B69C-3B4833A95253}" srcOrd="11" destOrd="0" presId="urn:microsoft.com/office/officeart/2005/8/layout/list1"/>
    <dgm:cxn modelId="{10E3F69B-847B-48EC-8088-9C8CD00C596D}" type="presParOf" srcId="{FCB2BD52-70FD-49FC-8DB8-48E57F4F668D}" destId="{118898AB-2882-4A72-996E-7E065EC832A4}" srcOrd="12" destOrd="0" presId="urn:microsoft.com/office/officeart/2005/8/layout/list1"/>
    <dgm:cxn modelId="{9DD295A3-EF96-4BE9-91E8-BDE84E31B2EF}" type="presParOf" srcId="{118898AB-2882-4A72-996E-7E065EC832A4}" destId="{C6B8C9C3-8206-4960-BD3B-9E2FF7080F04}" srcOrd="0" destOrd="0" presId="urn:microsoft.com/office/officeart/2005/8/layout/list1"/>
    <dgm:cxn modelId="{2BBB47C6-AB66-4556-A462-1A613EF7978F}" type="presParOf" srcId="{118898AB-2882-4A72-996E-7E065EC832A4}" destId="{E5E9ABD6-9273-4FEA-BD53-ED0275D4C055}" srcOrd="1" destOrd="0" presId="urn:microsoft.com/office/officeart/2005/8/layout/list1"/>
    <dgm:cxn modelId="{B3FE9425-FF7A-41EC-8E5B-C49F3ABB280D}" type="presParOf" srcId="{FCB2BD52-70FD-49FC-8DB8-48E57F4F668D}" destId="{A3517D09-2BE0-4CC6-8114-E10BE8CB4B21}" srcOrd="13" destOrd="0" presId="urn:microsoft.com/office/officeart/2005/8/layout/list1"/>
    <dgm:cxn modelId="{D7900C00-A635-4AB1-AB02-62B212726E53}" type="presParOf" srcId="{FCB2BD52-70FD-49FC-8DB8-48E57F4F668D}" destId="{7AF6F62F-E04D-4E75-9589-4F9B2E801137}" srcOrd="14" destOrd="0" presId="urn:microsoft.com/office/officeart/2005/8/layout/list1"/>
    <dgm:cxn modelId="{8ACBCFC9-7C40-43F2-9BE4-3D1C4944ED2A}" type="presParOf" srcId="{FCB2BD52-70FD-49FC-8DB8-48E57F4F668D}" destId="{06DE8A0C-5762-4AF1-86C4-F55989BE11A1}" srcOrd="15" destOrd="0" presId="urn:microsoft.com/office/officeart/2005/8/layout/list1"/>
    <dgm:cxn modelId="{661C8619-0723-4B35-B378-940A609EAA72}" type="presParOf" srcId="{FCB2BD52-70FD-49FC-8DB8-48E57F4F668D}" destId="{882F91B6-3F76-4ED9-BAE8-ADC4BD29EFDE}" srcOrd="16" destOrd="0" presId="urn:microsoft.com/office/officeart/2005/8/layout/list1"/>
    <dgm:cxn modelId="{9ACD6EBD-1FBB-4DC3-94B5-EA7C2262210A}" type="presParOf" srcId="{882F91B6-3F76-4ED9-BAE8-ADC4BD29EFDE}" destId="{A1A645C3-2A97-4ABD-B3C2-6FF4C8E7382E}" srcOrd="0" destOrd="0" presId="urn:microsoft.com/office/officeart/2005/8/layout/list1"/>
    <dgm:cxn modelId="{B5932B4E-B7DC-49E3-929C-2538BDEDFD58}" type="presParOf" srcId="{882F91B6-3F76-4ED9-BAE8-ADC4BD29EFDE}" destId="{097E4DB7-FF1E-4802-95FD-33C5939637CB}" srcOrd="1" destOrd="0" presId="urn:microsoft.com/office/officeart/2005/8/layout/list1"/>
    <dgm:cxn modelId="{1A510D4D-738B-40B1-A829-371AAF37F028}" type="presParOf" srcId="{FCB2BD52-70FD-49FC-8DB8-48E57F4F668D}" destId="{35251AC2-CA8C-4B4C-A4B9-CAE83525DB70}" srcOrd="17" destOrd="0" presId="urn:microsoft.com/office/officeart/2005/8/layout/list1"/>
    <dgm:cxn modelId="{46CC92D4-A1FA-4C9B-97DB-7D0D7E48FA7C}" type="presParOf" srcId="{FCB2BD52-70FD-49FC-8DB8-48E57F4F668D}" destId="{DDA5B0A5-0805-41E1-8E48-120BB5453C2C}" srcOrd="18" destOrd="0" presId="urn:microsoft.com/office/officeart/2005/8/layout/list1"/>
  </dgm:cxnLst>
  <dgm:bg>
    <a:solidFill>
      <a:schemeClr val="tx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5BC6AF-30F1-4D12-8501-C06CC8A9F3D2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0EE4DB7A-1CD6-414F-B7C4-D164C0C2E7A5}">
      <dgm:prSet phldrT="[Text]" custT="1"/>
      <dgm:spPr/>
      <dgm:t>
        <a:bodyPr/>
        <a:lstStyle/>
        <a:p>
          <a:r>
            <a:rPr lang="en-IN" sz="1400" dirty="0"/>
            <a:t>REINFORCEMENT LEARNING APPROACH</a:t>
          </a:r>
        </a:p>
      </dgm:t>
    </dgm:pt>
    <dgm:pt modelId="{FEE4B848-0DAC-4F9A-8175-5FE603E71511}" type="parTrans" cxnId="{5804C077-B729-4E4A-B6C1-F0F016F0A696}">
      <dgm:prSet/>
      <dgm:spPr/>
      <dgm:t>
        <a:bodyPr/>
        <a:lstStyle/>
        <a:p>
          <a:endParaRPr lang="en-IN" sz="1400"/>
        </a:p>
      </dgm:t>
    </dgm:pt>
    <dgm:pt modelId="{0258323E-F517-4C53-90B6-F3953B3C7CF1}" type="sibTrans" cxnId="{5804C077-B729-4E4A-B6C1-F0F016F0A696}">
      <dgm:prSet/>
      <dgm:spPr/>
      <dgm:t>
        <a:bodyPr/>
        <a:lstStyle/>
        <a:p>
          <a:endParaRPr lang="en-IN" sz="1400"/>
        </a:p>
      </dgm:t>
    </dgm:pt>
    <dgm:pt modelId="{078A8983-0EFE-4D23-A8EE-F300096E0921}">
      <dgm:prSet custT="1"/>
      <dgm:spPr/>
      <dgm:t>
        <a:bodyPr/>
        <a:lstStyle/>
        <a:p>
          <a:r>
            <a:rPr lang="en-US" sz="1400" dirty="0"/>
            <a:t>State: 15×15×3 RGB game grid</a:t>
          </a:r>
          <a:endParaRPr lang="en-IN" sz="1400" dirty="0"/>
        </a:p>
      </dgm:t>
    </dgm:pt>
    <dgm:pt modelId="{5660864A-1ECE-42A1-A199-BBD36F41CD02}" type="parTrans" cxnId="{C596B7AB-C7A6-4F12-AE3B-B045AC3CFA71}">
      <dgm:prSet/>
      <dgm:spPr/>
      <dgm:t>
        <a:bodyPr/>
        <a:lstStyle/>
        <a:p>
          <a:endParaRPr lang="en-IN" sz="1400"/>
        </a:p>
      </dgm:t>
    </dgm:pt>
    <dgm:pt modelId="{C098142B-FB35-4F31-B15F-09135D681264}" type="sibTrans" cxnId="{C596B7AB-C7A6-4F12-AE3B-B045AC3CFA71}">
      <dgm:prSet/>
      <dgm:spPr/>
      <dgm:t>
        <a:bodyPr/>
        <a:lstStyle/>
        <a:p>
          <a:endParaRPr lang="en-IN" sz="1400"/>
        </a:p>
      </dgm:t>
    </dgm:pt>
    <dgm:pt modelId="{F9CFD357-F248-4C71-AD36-2DE8CBDF89DB}">
      <dgm:prSet custT="1"/>
      <dgm:spPr/>
      <dgm:t>
        <a:bodyPr/>
        <a:lstStyle/>
        <a:p>
          <a:r>
            <a:rPr lang="en-US" sz="1400" dirty="0"/>
            <a:t>Actions:</a:t>
          </a:r>
          <a:endParaRPr lang="en-IN" sz="1400" dirty="0"/>
        </a:p>
      </dgm:t>
    </dgm:pt>
    <dgm:pt modelId="{0EB1B75E-8CC7-40F9-BE29-71B4DCD3DEC8}" type="parTrans" cxnId="{1F3DB148-9DFF-49F1-A15E-ECEDFE281E39}">
      <dgm:prSet/>
      <dgm:spPr/>
      <dgm:t>
        <a:bodyPr/>
        <a:lstStyle/>
        <a:p>
          <a:endParaRPr lang="en-IN" sz="1400"/>
        </a:p>
      </dgm:t>
    </dgm:pt>
    <dgm:pt modelId="{6C22A147-7207-428E-8B31-BC69E124BAE0}" type="sibTrans" cxnId="{1F3DB148-9DFF-49F1-A15E-ECEDFE281E39}">
      <dgm:prSet/>
      <dgm:spPr/>
      <dgm:t>
        <a:bodyPr/>
        <a:lstStyle/>
        <a:p>
          <a:endParaRPr lang="en-IN" sz="1400"/>
        </a:p>
      </dgm:t>
    </dgm:pt>
    <dgm:pt modelId="{033A990B-9DC3-48E5-8A8F-C479C03810A4}">
      <dgm:prSet custT="1"/>
      <dgm:spPr/>
      <dgm:t>
        <a:bodyPr/>
        <a:lstStyle/>
        <a:p>
          <a:r>
            <a:rPr lang="en-IN" sz="1400" dirty="0"/>
            <a:t>Reward System:</a:t>
          </a:r>
        </a:p>
      </dgm:t>
    </dgm:pt>
    <dgm:pt modelId="{973BF245-4D61-4DE6-8918-C870431A0227}" type="parTrans" cxnId="{39F506DF-D468-4942-ABBF-EBED8593E005}">
      <dgm:prSet/>
      <dgm:spPr/>
      <dgm:t>
        <a:bodyPr/>
        <a:lstStyle/>
        <a:p>
          <a:endParaRPr lang="en-IN" sz="1400"/>
        </a:p>
      </dgm:t>
    </dgm:pt>
    <dgm:pt modelId="{68B373A4-BF34-41F4-ACBB-F2EAB1BB8D72}" type="sibTrans" cxnId="{39F506DF-D468-4942-ABBF-EBED8593E005}">
      <dgm:prSet/>
      <dgm:spPr/>
      <dgm:t>
        <a:bodyPr/>
        <a:lstStyle/>
        <a:p>
          <a:endParaRPr lang="en-IN" sz="1400"/>
        </a:p>
      </dgm:t>
    </dgm:pt>
    <dgm:pt modelId="{DF4B0DF5-93F4-4A9D-88C3-DD17A25076A8}">
      <dgm:prSet custT="1"/>
      <dgm:spPr/>
      <dgm:t>
        <a:bodyPr/>
        <a:lstStyle/>
        <a:p>
          <a:r>
            <a:rPr lang="en-IN" sz="1400"/>
            <a:t> - Food: +10</a:t>
          </a:r>
          <a:endParaRPr lang="en-IN" sz="1400" dirty="0"/>
        </a:p>
      </dgm:t>
    </dgm:pt>
    <dgm:pt modelId="{9612FD8B-AE2C-400D-8D0A-34BBFCA04F26}" type="parTrans" cxnId="{32B92460-B82B-45E4-A123-B89CAAD506A1}">
      <dgm:prSet/>
      <dgm:spPr/>
      <dgm:t>
        <a:bodyPr/>
        <a:lstStyle/>
        <a:p>
          <a:endParaRPr lang="en-IN" sz="1400"/>
        </a:p>
      </dgm:t>
    </dgm:pt>
    <dgm:pt modelId="{3D8FCA43-5E5F-4024-9859-B8D9E2ADD1FA}" type="sibTrans" cxnId="{32B92460-B82B-45E4-A123-B89CAAD506A1}">
      <dgm:prSet/>
      <dgm:spPr/>
      <dgm:t>
        <a:bodyPr/>
        <a:lstStyle/>
        <a:p>
          <a:endParaRPr lang="en-IN" sz="1400"/>
        </a:p>
      </dgm:t>
    </dgm:pt>
    <dgm:pt modelId="{DABA50FB-8BBB-426D-B9DF-43CA1EC42262}">
      <dgm:prSet custT="1"/>
      <dgm:spPr/>
      <dgm:t>
        <a:bodyPr/>
        <a:lstStyle/>
        <a:p>
          <a:r>
            <a:rPr lang="en-IN" sz="1400"/>
            <a:t> - Ghost collision: -50</a:t>
          </a:r>
          <a:endParaRPr lang="en-IN" sz="1400" dirty="0"/>
        </a:p>
      </dgm:t>
    </dgm:pt>
    <dgm:pt modelId="{AD84D1AE-D638-4AD2-B71D-D2F26F60ABFE}" type="parTrans" cxnId="{51A4CC4A-8132-4932-9884-54B93988BACD}">
      <dgm:prSet/>
      <dgm:spPr/>
      <dgm:t>
        <a:bodyPr/>
        <a:lstStyle/>
        <a:p>
          <a:endParaRPr lang="en-IN" sz="1400"/>
        </a:p>
      </dgm:t>
    </dgm:pt>
    <dgm:pt modelId="{78148E2A-47EE-4C0E-B88D-152A5E9590A7}" type="sibTrans" cxnId="{51A4CC4A-8132-4932-9884-54B93988BACD}">
      <dgm:prSet/>
      <dgm:spPr/>
      <dgm:t>
        <a:bodyPr/>
        <a:lstStyle/>
        <a:p>
          <a:endParaRPr lang="en-IN" sz="1400"/>
        </a:p>
      </dgm:t>
    </dgm:pt>
    <dgm:pt modelId="{61DD6A8F-0BA2-4F64-971D-5722E6BB73B6}">
      <dgm:prSet custT="1"/>
      <dgm:spPr/>
      <dgm:t>
        <a:bodyPr/>
        <a:lstStyle/>
        <a:p>
          <a:r>
            <a:rPr lang="en-IN" sz="1400" dirty="0"/>
            <a:t> - Step penalty: -0.1</a:t>
          </a:r>
        </a:p>
      </dgm:t>
    </dgm:pt>
    <dgm:pt modelId="{23DE61E4-806A-4B33-A02B-836A126DBA97}" type="parTrans" cxnId="{ADDDD5F1-A52E-4C9F-AD01-2D1C1385ED2C}">
      <dgm:prSet/>
      <dgm:spPr/>
      <dgm:t>
        <a:bodyPr/>
        <a:lstStyle/>
        <a:p>
          <a:endParaRPr lang="en-IN" sz="1400"/>
        </a:p>
      </dgm:t>
    </dgm:pt>
    <dgm:pt modelId="{65F53280-9B3C-43B7-89B7-1D2386CBEFA7}" type="sibTrans" cxnId="{ADDDD5F1-A52E-4C9F-AD01-2D1C1385ED2C}">
      <dgm:prSet/>
      <dgm:spPr/>
      <dgm:t>
        <a:bodyPr/>
        <a:lstStyle/>
        <a:p>
          <a:endParaRPr lang="en-IN" sz="1400"/>
        </a:p>
      </dgm:t>
    </dgm:pt>
    <dgm:pt modelId="{2FA84CC4-C650-4A88-B7F2-F038FC69527E}">
      <dgm:prSet custT="1"/>
      <dgm:spPr/>
      <dgm:t>
        <a:bodyPr/>
        <a:lstStyle/>
        <a:p>
          <a:r>
            <a:rPr lang="en-IN" sz="1400"/>
            <a:t> - Win: +100</a:t>
          </a:r>
          <a:endParaRPr lang="en-IN" sz="1400" dirty="0"/>
        </a:p>
      </dgm:t>
    </dgm:pt>
    <dgm:pt modelId="{3E442D30-7EB8-430D-B872-B537E93FA317}" type="parTrans" cxnId="{1E00725D-2423-474F-95E6-F3F8FB5775B2}">
      <dgm:prSet/>
      <dgm:spPr/>
      <dgm:t>
        <a:bodyPr/>
        <a:lstStyle/>
        <a:p>
          <a:endParaRPr lang="en-IN" sz="1400"/>
        </a:p>
      </dgm:t>
    </dgm:pt>
    <dgm:pt modelId="{08C78E67-1752-48C0-9CF8-429471A928BD}" type="sibTrans" cxnId="{1E00725D-2423-474F-95E6-F3F8FB5775B2}">
      <dgm:prSet/>
      <dgm:spPr/>
      <dgm:t>
        <a:bodyPr/>
        <a:lstStyle/>
        <a:p>
          <a:endParaRPr lang="en-IN" sz="1400"/>
        </a:p>
      </dgm:t>
    </dgm:pt>
    <dgm:pt modelId="{CC074741-3D51-4976-842A-CBA222457D22}">
      <dgm:prSet custT="1"/>
      <dgm:spPr/>
      <dgm:t>
        <a:bodyPr/>
        <a:lstStyle/>
        <a:p>
          <a:r>
            <a:rPr lang="en-US" sz="1400" dirty="0"/>
            <a:t>Up</a:t>
          </a:r>
          <a:endParaRPr lang="en-IN" sz="1400" dirty="0"/>
        </a:p>
      </dgm:t>
    </dgm:pt>
    <dgm:pt modelId="{C9036FD3-ACA2-4119-B00C-A65B5023174E}" type="parTrans" cxnId="{968ADE3D-E0E3-4FCF-BDBA-7679F1FAD473}">
      <dgm:prSet/>
      <dgm:spPr/>
      <dgm:t>
        <a:bodyPr/>
        <a:lstStyle/>
        <a:p>
          <a:endParaRPr lang="en-IN" sz="1400"/>
        </a:p>
      </dgm:t>
    </dgm:pt>
    <dgm:pt modelId="{41214A64-4AE1-407C-A27A-194026455101}" type="sibTrans" cxnId="{968ADE3D-E0E3-4FCF-BDBA-7679F1FAD473}">
      <dgm:prSet/>
      <dgm:spPr/>
      <dgm:t>
        <a:bodyPr/>
        <a:lstStyle/>
        <a:p>
          <a:endParaRPr lang="en-IN" sz="1400"/>
        </a:p>
      </dgm:t>
    </dgm:pt>
    <dgm:pt modelId="{E6B854A9-4A23-4E87-B24C-573926858F17}">
      <dgm:prSet custT="1"/>
      <dgm:spPr/>
      <dgm:t>
        <a:bodyPr/>
        <a:lstStyle/>
        <a:p>
          <a:r>
            <a:rPr lang="en-US" sz="1400" dirty="0"/>
            <a:t> Down</a:t>
          </a:r>
          <a:endParaRPr lang="en-IN" sz="1400" dirty="0"/>
        </a:p>
      </dgm:t>
    </dgm:pt>
    <dgm:pt modelId="{B2E08F3D-55B4-471B-B834-130600253E68}" type="parTrans" cxnId="{78B01C9F-C2F7-41D5-B5B3-EA7E633B2BF8}">
      <dgm:prSet/>
      <dgm:spPr/>
      <dgm:t>
        <a:bodyPr/>
        <a:lstStyle/>
        <a:p>
          <a:endParaRPr lang="en-IN" sz="1400"/>
        </a:p>
      </dgm:t>
    </dgm:pt>
    <dgm:pt modelId="{8AC0EE0A-A3D0-42DA-A5C6-2CF86EFA9BE4}" type="sibTrans" cxnId="{78B01C9F-C2F7-41D5-B5B3-EA7E633B2BF8}">
      <dgm:prSet/>
      <dgm:spPr/>
      <dgm:t>
        <a:bodyPr/>
        <a:lstStyle/>
        <a:p>
          <a:endParaRPr lang="en-IN" sz="1400"/>
        </a:p>
      </dgm:t>
    </dgm:pt>
    <dgm:pt modelId="{2E61DC92-578B-46CA-B220-751B93203035}">
      <dgm:prSet custT="1"/>
      <dgm:spPr/>
      <dgm:t>
        <a:bodyPr/>
        <a:lstStyle/>
        <a:p>
          <a:r>
            <a:rPr lang="en-US" sz="1400" dirty="0"/>
            <a:t>Left</a:t>
          </a:r>
          <a:endParaRPr lang="en-IN" sz="1400" dirty="0"/>
        </a:p>
      </dgm:t>
    </dgm:pt>
    <dgm:pt modelId="{57F02442-6E13-4924-A757-A6D47EBFC367}" type="parTrans" cxnId="{F31B1A09-AF89-4C99-BC76-F7DAC0C97C56}">
      <dgm:prSet/>
      <dgm:spPr/>
      <dgm:t>
        <a:bodyPr/>
        <a:lstStyle/>
        <a:p>
          <a:endParaRPr lang="en-IN" sz="1400"/>
        </a:p>
      </dgm:t>
    </dgm:pt>
    <dgm:pt modelId="{CB845E67-EC59-43E8-B169-DF8CA935D940}" type="sibTrans" cxnId="{F31B1A09-AF89-4C99-BC76-F7DAC0C97C56}">
      <dgm:prSet/>
      <dgm:spPr/>
      <dgm:t>
        <a:bodyPr/>
        <a:lstStyle/>
        <a:p>
          <a:endParaRPr lang="en-IN" sz="1400"/>
        </a:p>
      </dgm:t>
    </dgm:pt>
    <dgm:pt modelId="{196FEB5B-7140-43D6-887C-2F244C413473}">
      <dgm:prSet custT="1"/>
      <dgm:spPr/>
      <dgm:t>
        <a:bodyPr/>
        <a:lstStyle/>
        <a:p>
          <a:r>
            <a:rPr lang="en-US" sz="1400" dirty="0"/>
            <a:t>Right</a:t>
          </a:r>
          <a:endParaRPr lang="en-IN" sz="1400" dirty="0"/>
        </a:p>
      </dgm:t>
    </dgm:pt>
    <dgm:pt modelId="{5052348E-5019-4BB6-9B4C-B84745107E33}" type="parTrans" cxnId="{E290C922-C8ED-4B21-B508-6F7A3C9BACFF}">
      <dgm:prSet/>
      <dgm:spPr/>
      <dgm:t>
        <a:bodyPr/>
        <a:lstStyle/>
        <a:p>
          <a:endParaRPr lang="en-IN" sz="1400"/>
        </a:p>
      </dgm:t>
    </dgm:pt>
    <dgm:pt modelId="{3CFA0684-BEAD-4389-8C61-C2C4CE052EE4}" type="sibTrans" cxnId="{E290C922-C8ED-4B21-B508-6F7A3C9BACFF}">
      <dgm:prSet/>
      <dgm:spPr/>
      <dgm:t>
        <a:bodyPr/>
        <a:lstStyle/>
        <a:p>
          <a:endParaRPr lang="en-IN" sz="1400"/>
        </a:p>
      </dgm:t>
    </dgm:pt>
    <dgm:pt modelId="{66305D34-9AF9-4F83-A0A9-025B7919AE8B}">
      <dgm:prSet custT="1"/>
      <dgm:spPr/>
      <dgm:t>
        <a:bodyPr/>
        <a:lstStyle/>
        <a:p>
          <a:r>
            <a:rPr lang="en-US" sz="1400" dirty="0"/>
            <a:t>Stop</a:t>
          </a:r>
          <a:endParaRPr lang="en-IN" sz="1400" dirty="0"/>
        </a:p>
      </dgm:t>
    </dgm:pt>
    <dgm:pt modelId="{4F047AC1-1C1E-4A88-98B0-D222E501BAEB}" type="parTrans" cxnId="{C6FED4AB-2D39-4EBB-B59F-2AF787636183}">
      <dgm:prSet/>
      <dgm:spPr/>
      <dgm:t>
        <a:bodyPr/>
        <a:lstStyle/>
        <a:p>
          <a:endParaRPr lang="en-IN" sz="1400"/>
        </a:p>
      </dgm:t>
    </dgm:pt>
    <dgm:pt modelId="{8FF5A503-E29E-43F3-B5EC-7B8317C94B63}" type="sibTrans" cxnId="{C6FED4AB-2D39-4EBB-B59F-2AF787636183}">
      <dgm:prSet/>
      <dgm:spPr/>
      <dgm:t>
        <a:bodyPr/>
        <a:lstStyle/>
        <a:p>
          <a:endParaRPr lang="en-IN" sz="1400"/>
        </a:p>
      </dgm:t>
    </dgm:pt>
    <dgm:pt modelId="{AE112269-749A-4D9C-AC1F-D4A5EC97E95D}" type="pres">
      <dgm:prSet presAssocID="{385BC6AF-30F1-4D12-8501-C06CC8A9F3D2}" presName="Name0" presStyleCnt="0">
        <dgm:presLayoutVars>
          <dgm:dir/>
          <dgm:animLvl val="lvl"/>
          <dgm:resizeHandles val="exact"/>
        </dgm:presLayoutVars>
      </dgm:prSet>
      <dgm:spPr/>
    </dgm:pt>
    <dgm:pt modelId="{D9F32F34-CA5B-4BD4-ACFE-54BEA2626A7A}" type="pres">
      <dgm:prSet presAssocID="{033A990B-9DC3-48E5-8A8F-C479C03810A4}" presName="boxAndChildren" presStyleCnt="0"/>
      <dgm:spPr/>
    </dgm:pt>
    <dgm:pt modelId="{6A34BCAE-1649-4F88-81A9-6DF72F643E26}" type="pres">
      <dgm:prSet presAssocID="{033A990B-9DC3-48E5-8A8F-C479C03810A4}" presName="parentTextBox" presStyleLbl="node1" presStyleIdx="0" presStyleCnt="4"/>
      <dgm:spPr/>
    </dgm:pt>
    <dgm:pt modelId="{69F89E14-2B35-4E33-BD9A-CFBD5EC185E4}" type="pres">
      <dgm:prSet presAssocID="{033A990B-9DC3-48E5-8A8F-C479C03810A4}" presName="entireBox" presStyleLbl="node1" presStyleIdx="0" presStyleCnt="4"/>
      <dgm:spPr/>
    </dgm:pt>
    <dgm:pt modelId="{C5B3FA7E-0A9D-46A9-A3E0-ECFCC6EB065A}" type="pres">
      <dgm:prSet presAssocID="{033A990B-9DC3-48E5-8A8F-C479C03810A4}" presName="descendantBox" presStyleCnt="0"/>
      <dgm:spPr/>
    </dgm:pt>
    <dgm:pt modelId="{E81ADEFA-A61A-48EF-8224-EAC855CD91ED}" type="pres">
      <dgm:prSet presAssocID="{DF4B0DF5-93F4-4A9D-88C3-DD17A25076A8}" presName="childTextBox" presStyleLbl="fgAccFollowNode1" presStyleIdx="0" presStyleCnt="9">
        <dgm:presLayoutVars>
          <dgm:bulletEnabled val="1"/>
        </dgm:presLayoutVars>
      </dgm:prSet>
      <dgm:spPr/>
    </dgm:pt>
    <dgm:pt modelId="{688F721F-0F11-4AFE-B66E-F819049FC911}" type="pres">
      <dgm:prSet presAssocID="{DABA50FB-8BBB-426D-B9DF-43CA1EC42262}" presName="childTextBox" presStyleLbl="fgAccFollowNode1" presStyleIdx="1" presStyleCnt="9">
        <dgm:presLayoutVars>
          <dgm:bulletEnabled val="1"/>
        </dgm:presLayoutVars>
      </dgm:prSet>
      <dgm:spPr/>
    </dgm:pt>
    <dgm:pt modelId="{5B240CDC-0809-4E55-828B-C2B9CA423A4E}" type="pres">
      <dgm:prSet presAssocID="{61DD6A8F-0BA2-4F64-971D-5722E6BB73B6}" presName="childTextBox" presStyleLbl="fgAccFollowNode1" presStyleIdx="2" presStyleCnt="9">
        <dgm:presLayoutVars>
          <dgm:bulletEnabled val="1"/>
        </dgm:presLayoutVars>
      </dgm:prSet>
      <dgm:spPr/>
    </dgm:pt>
    <dgm:pt modelId="{D8C9AC48-1274-4E18-9A9F-9E5BD58FB3B7}" type="pres">
      <dgm:prSet presAssocID="{2FA84CC4-C650-4A88-B7F2-F038FC69527E}" presName="childTextBox" presStyleLbl="fgAccFollowNode1" presStyleIdx="3" presStyleCnt="9">
        <dgm:presLayoutVars>
          <dgm:bulletEnabled val="1"/>
        </dgm:presLayoutVars>
      </dgm:prSet>
      <dgm:spPr/>
    </dgm:pt>
    <dgm:pt modelId="{D73D8406-37CA-45BC-94DC-A3DD06CBCA7D}" type="pres">
      <dgm:prSet presAssocID="{6C22A147-7207-428E-8B31-BC69E124BAE0}" presName="sp" presStyleCnt="0"/>
      <dgm:spPr/>
    </dgm:pt>
    <dgm:pt modelId="{9DF836F7-7DE1-4F62-9B19-1E57B7969867}" type="pres">
      <dgm:prSet presAssocID="{F9CFD357-F248-4C71-AD36-2DE8CBDF89DB}" presName="arrowAndChildren" presStyleCnt="0"/>
      <dgm:spPr/>
    </dgm:pt>
    <dgm:pt modelId="{DA4C9CFD-FD27-43A4-B87E-871C449CE671}" type="pres">
      <dgm:prSet presAssocID="{F9CFD357-F248-4C71-AD36-2DE8CBDF89DB}" presName="parentTextArrow" presStyleLbl="node1" presStyleIdx="0" presStyleCnt="4"/>
      <dgm:spPr/>
    </dgm:pt>
    <dgm:pt modelId="{FB63AD34-CB4C-4E99-A60D-901AB945B6CE}" type="pres">
      <dgm:prSet presAssocID="{F9CFD357-F248-4C71-AD36-2DE8CBDF89DB}" presName="arrow" presStyleLbl="node1" presStyleIdx="1" presStyleCnt="4"/>
      <dgm:spPr/>
    </dgm:pt>
    <dgm:pt modelId="{98E244F5-37C7-4084-95A7-32B83F25C4B9}" type="pres">
      <dgm:prSet presAssocID="{F9CFD357-F248-4C71-AD36-2DE8CBDF89DB}" presName="descendantArrow" presStyleCnt="0"/>
      <dgm:spPr/>
    </dgm:pt>
    <dgm:pt modelId="{E13E00CA-F997-4ACA-9F61-3D905BA75F45}" type="pres">
      <dgm:prSet presAssocID="{CC074741-3D51-4976-842A-CBA222457D22}" presName="childTextArrow" presStyleLbl="fgAccFollowNode1" presStyleIdx="4" presStyleCnt="9">
        <dgm:presLayoutVars>
          <dgm:bulletEnabled val="1"/>
        </dgm:presLayoutVars>
      </dgm:prSet>
      <dgm:spPr/>
    </dgm:pt>
    <dgm:pt modelId="{3A17C418-8023-494A-B0CE-7E2B726B4048}" type="pres">
      <dgm:prSet presAssocID="{E6B854A9-4A23-4E87-B24C-573926858F17}" presName="childTextArrow" presStyleLbl="fgAccFollowNode1" presStyleIdx="5" presStyleCnt="9">
        <dgm:presLayoutVars>
          <dgm:bulletEnabled val="1"/>
        </dgm:presLayoutVars>
      </dgm:prSet>
      <dgm:spPr/>
    </dgm:pt>
    <dgm:pt modelId="{044A6E7A-ED86-4833-9909-E34915DC9226}" type="pres">
      <dgm:prSet presAssocID="{2E61DC92-578B-46CA-B220-751B93203035}" presName="childTextArrow" presStyleLbl="fgAccFollowNode1" presStyleIdx="6" presStyleCnt="9">
        <dgm:presLayoutVars>
          <dgm:bulletEnabled val="1"/>
        </dgm:presLayoutVars>
      </dgm:prSet>
      <dgm:spPr/>
    </dgm:pt>
    <dgm:pt modelId="{7B28A840-2852-413F-92EC-90ABE7DCAEBB}" type="pres">
      <dgm:prSet presAssocID="{196FEB5B-7140-43D6-887C-2F244C413473}" presName="childTextArrow" presStyleLbl="fgAccFollowNode1" presStyleIdx="7" presStyleCnt="9">
        <dgm:presLayoutVars>
          <dgm:bulletEnabled val="1"/>
        </dgm:presLayoutVars>
      </dgm:prSet>
      <dgm:spPr/>
    </dgm:pt>
    <dgm:pt modelId="{B1345B4B-5DBD-416A-94BC-75923D65C2BF}" type="pres">
      <dgm:prSet presAssocID="{66305D34-9AF9-4F83-A0A9-025B7919AE8B}" presName="childTextArrow" presStyleLbl="fgAccFollowNode1" presStyleIdx="8" presStyleCnt="9">
        <dgm:presLayoutVars>
          <dgm:bulletEnabled val="1"/>
        </dgm:presLayoutVars>
      </dgm:prSet>
      <dgm:spPr/>
    </dgm:pt>
    <dgm:pt modelId="{28917CDA-F50B-49A5-B248-6EFBC3BD8324}" type="pres">
      <dgm:prSet presAssocID="{C098142B-FB35-4F31-B15F-09135D681264}" presName="sp" presStyleCnt="0"/>
      <dgm:spPr/>
    </dgm:pt>
    <dgm:pt modelId="{9D5A677C-9386-445D-8DF3-F578E60BABFA}" type="pres">
      <dgm:prSet presAssocID="{078A8983-0EFE-4D23-A8EE-F300096E0921}" presName="arrowAndChildren" presStyleCnt="0"/>
      <dgm:spPr/>
    </dgm:pt>
    <dgm:pt modelId="{0805F70A-EDF6-4FB3-BA65-95A1F0F6265E}" type="pres">
      <dgm:prSet presAssocID="{078A8983-0EFE-4D23-A8EE-F300096E0921}" presName="parentTextArrow" presStyleLbl="node1" presStyleIdx="2" presStyleCnt="4"/>
      <dgm:spPr/>
    </dgm:pt>
    <dgm:pt modelId="{4B3E597D-913B-4757-9869-8DEAF5C4F482}" type="pres">
      <dgm:prSet presAssocID="{0258323E-F517-4C53-90B6-F3953B3C7CF1}" presName="sp" presStyleCnt="0"/>
      <dgm:spPr/>
    </dgm:pt>
    <dgm:pt modelId="{36C4D7E3-667E-42A2-9022-62E5D256A123}" type="pres">
      <dgm:prSet presAssocID="{0EE4DB7A-1CD6-414F-B7C4-D164C0C2E7A5}" presName="arrowAndChildren" presStyleCnt="0"/>
      <dgm:spPr/>
    </dgm:pt>
    <dgm:pt modelId="{C03D9246-CE11-41CB-809B-2A7C8AC5679B}" type="pres">
      <dgm:prSet presAssocID="{0EE4DB7A-1CD6-414F-B7C4-D164C0C2E7A5}" presName="parentTextArrow" presStyleLbl="node1" presStyleIdx="3" presStyleCnt="4" custLinFactNeighborX="-7372" custLinFactNeighborY="-123"/>
      <dgm:spPr/>
    </dgm:pt>
  </dgm:ptLst>
  <dgm:cxnLst>
    <dgm:cxn modelId="{F31B1A09-AF89-4C99-BC76-F7DAC0C97C56}" srcId="{F9CFD357-F248-4C71-AD36-2DE8CBDF89DB}" destId="{2E61DC92-578B-46CA-B220-751B93203035}" srcOrd="2" destOrd="0" parTransId="{57F02442-6E13-4924-A757-A6D47EBFC367}" sibTransId="{CB845E67-EC59-43E8-B169-DF8CA935D940}"/>
    <dgm:cxn modelId="{E290C922-C8ED-4B21-B508-6F7A3C9BACFF}" srcId="{F9CFD357-F248-4C71-AD36-2DE8CBDF89DB}" destId="{196FEB5B-7140-43D6-887C-2F244C413473}" srcOrd="3" destOrd="0" parTransId="{5052348E-5019-4BB6-9B4C-B84745107E33}" sibTransId="{3CFA0684-BEAD-4389-8C61-C2C4CE052EE4}"/>
    <dgm:cxn modelId="{B3BDFF22-F6AD-4A2F-BAC6-CCA61C0D4EE1}" type="presOf" srcId="{61DD6A8F-0BA2-4F64-971D-5722E6BB73B6}" destId="{5B240CDC-0809-4E55-828B-C2B9CA423A4E}" srcOrd="0" destOrd="0" presId="urn:microsoft.com/office/officeart/2005/8/layout/process4"/>
    <dgm:cxn modelId="{B3776535-1791-4BF3-B3DB-41B41C4973B1}" type="presOf" srcId="{0EE4DB7A-1CD6-414F-B7C4-D164C0C2E7A5}" destId="{C03D9246-CE11-41CB-809B-2A7C8AC5679B}" srcOrd="0" destOrd="0" presId="urn:microsoft.com/office/officeart/2005/8/layout/process4"/>
    <dgm:cxn modelId="{E8FC653B-1478-4572-8120-E088EEA7F4D2}" type="presOf" srcId="{033A990B-9DC3-48E5-8A8F-C479C03810A4}" destId="{6A34BCAE-1649-4F88-81A9-6DF72F643E26}" srcOrd="0" destOrd="0" presId="urn:microsoft.com/office/officeart/2005/8/layout/process4"/>
    <dgm:cxn modelId="{968ADE3D-E0E3-4FCF-BDBA-7679F1FAD473}" srcId="{F9CFD357-F248-4C71-AD36-2DE8CBDF89DB}" destId="{CC074741-3D51-4976-842A-CBA222457D22}" srcOrd="0" destOrd="0" parTransId="{C9036FD3-ACA2-4119-B00C-A65B5023174E}" sibTransId="{41214A64-4AE1-407C-A27A-194026455101}"/>
    <dgm:cxn modelId="{1E00725D-2423-474F-95E6-F3F8FB5775B2}" srcId="{033A990B-9DC3-48E5-8A8F-C479C03810A4}" destId="{2FA84CC4-C650-4A88-B7F2-F038FC69527E}" srcOrd="3" destOrd="0" parTransId="{3E442D30-7EB8-430D-B872-B537E93FA317}" sibTransId="{08C78E67-1752-48C0-9CF8-429471A928BD}"/>
    <dgm:cxn modelId="{B14CF95D-0CC0-4EFB-8E96-09B46B118FF7}" type="presOf" srcId="{E6B854A9-4A23-4E87-B24C-573926858F17}" destId="{3A17C418-8023-494A-B0CE-7E2B726B4048}" srcOrd="0" destOrd="0" presId="urn:microsoft.com/office/officeart/2005/8/layout/process4"/>
    <dgm:cxn modelId="{32B92460-B82B-45E4-A123-B89CAAD506A1}" srcId="{033A990B-9DC3-48E5-8A8F-C479C03810A4}" destId="{DF4B0DF5-93F4-4A9D-88C3-DD17A25076A8}" srcOrd="0" destOrd="0" parTransId="{9612FD8B-AE2C-400D-8D0A-34BBFCA04F26}" sibTransId="{3D8FCA43-5E5F-4024-9859-B8D9E2ADD1FA}"/>
    <dgm:cxn modelId="{B62E5A62-58D9-4948-BCA9-0D07938387F4}" type="presOf" srcId="{196FEB5B-7140-43D6-887C-2F244C413473}" destId="{7B28A840-2852-413F-92EC-90ABE7DCAEBB}" srcOrd="0" destOrd="0" presId="urn:microsoft.com/office/officeart/2005/8/layout/process4"/>
    <dgm:cxn modelId="{80FEBF42-E1EE-4836-8620-87418EED3F97}" type="presOf" srcId="{66305D34-9AF9-4F83-A0A9-025B7919AE8B}" destId="{B1345B4B-5DBD-416A-94BC-75923D65C2BF}" srcOrd="0" destOrd="0" presId="urn:microsoft.com/office/officeart/2005/8/layout/process4"/>
    <dgm:cxn modelId="{1F3DB148-9DFF-49F1-A15E-ECEDFE281E39}" srcId="{385BC6AF-30F1-4D12-8501-C06CC8A9F3D2}" destId="{F9CFD357-F248-4C71-AD36-2DE8CBDF89DB}" srcOrd="2" destOrd="0" parTransId="{0EB1B75E-8CC7-40F9-BE29-71B4DCD3DEC8}" sibTransId="{6C22A147-7207-428E-8B31-BC69E124BAE0}"/>
    <dgm:cxn modelId="{51A4CC4A-8132-4932-9884-54B93988BACD}" srcId="{033A990B-9DC3-48E5-8A8F-C479C03810A4}" destId="{DABA50FB-8BBB-426D-B9DF-43CA1EC42262}" srcOrd="1" destOrd="0" parTransId="{AD84D1AE-D638-4AD2-B71D-D2F26F60ABFE}" sibTransId="{78148E2A-47EE-4C0E-B88D-152A5E9590A7}"/>
    <dgm:cxn modelId="{C4071F4F-30A1-4E81-99D2-651D8B69DB75}" type="presOf" srcId="{385BC6AF-30F1-4D12-8501-C06CC8A9F3D2}" destId="{AE112269-749A-4D9C-AC1F-D4A5EC97E95D}" srcOrd="0" destOrd="0" presId="urn:microsoft.com/office/officeart/2005/8/layout/process4"/>
    <dgm:cxn modelId="{D88ED54F-154F-4342-9BC7-419FC8EC1D06}" type="presOf" srcId="{F9CFD357-F248-4C71-AD36-2DE8CBDF89DB}" destId="{DA4C9CFD-FD27-43A4-B87E-871C449CE671}" srcOrd="1" destOrd="0" presId="urn:microsoft.com/office/officeart/2005/8/layout/process4"/>
    <dgm:cxn modelId="{5804C077-B729-4E4A-B6C1-F0F016F0A696}" srcId="{385BC6AF-30F1-4D12-8501-C06CC8A9F3D2}" destId="{0EE4DB7A-1CD6-414F-B7C4-D164C0C2E7A5}" srcOrd="0" destOrd="0" parTransId="{FEE4B848-0DAC-4F9A-8175-5FE603E71511}" sibTransId="{0258323E-F517-4C53-90B6-F3953B3C7CF1}"/>
    <dgm:cxn modelId="{A03E1788-D762-4C56-81DB-99F1863FEFA3}" type="presOf" srcId="{DABA50FB-8BBB-426D-B9DF-43CA1EC42262}" destId="{688F721F-0F11-4AFE-B66E-F819049FC911}" srcOrd="0" destOrd="0" presId="urn:microsoft.com/office/officeart/2005/8/layout/process4"/>
    <dgm:cxn modelId="{78B01C9F-C2F7-41D5-B5B3-EA7E633B2BF8}" srcId="{F9CFD357-F248-4C71-AD36-2DE8CBDF89DB}" destId="{E6B854A9-4A23-4E87-B24C-573926858F17}" srcOrd="1" destOrd="0" parTransId="{B2E08F3D-55B4-471B-B834-130600253E68}" sibTransId="{8AC0EE0A-A3D0-42DA-A5C6-2CF86EFA9BE4}"/>
    <dgm:cxn modelId="{6CA95AA5-9ADB-4B01-A33B-416AE01ED84C}" type="presOf" srcId="{078A8983-0EFE-4D23-A8EE-F300096E0921}" destId="{0805F70A-EDF6-4FB3-BA65-95A1F0F6265E}" srcOrd="0" destOrd="0" presId="urn:microsoft.com/office/officeart/2005/8/layout/process4"/>
    <dgm:cxn modelId="{C596B7AB-C7A6-4F12-AE3B-B045AC3CFA71}" srcId="{385BC6AF-30F1-4D12-8501-C06CC8A9F3D2}" destId="{078A8983-0EFE-4D23-A8EE-F300096E0921}" srcOrd="1" destOrd="0" parTransId="{5660864A-1ECE-42A1-A199-BBD36F41CD02}" sibTransId="{C098142B-FB35-4F31-B15F-09135D681264}"/>
    <dgm:cxn modelId="{C6FED4AB-2D39-4EBB-B59F-2AF787636183}" srcId="{F9CFD357-F248-4C71-AD36-2DE8CBDF89DB}" destId="{66305D34-9AF9-4F83-A0A9-025B7919AE8B}" srcOrd="4" destOrd="0" parTransId="{4F047AC1-1C1E-4A88-98B0-D222E501BAEB}" sibTransId="{8FF5A503-E29E-43F3-B5EC-7B8317C94B63}"/>
    <dgm:cxn modelId="{39076AB5-080D-4062-8BE4-A4BF9352DB76}" type="presOf" srcId="{F9CFD357-F248-4C71-AD36-2DE8CBDF89DB}" destId="{FB63AD34-CB4C-4E99-A60D-901AB945B6CE}" srcOrd="0" destOrd="0" presId="urn:microsoft.com/office/officeart/2005/8/layout/process4"/>
    <dgm:cxn modelId="{9C3923B6-00B9-484C-B650-BFC456FE565C}" type="presOf" srcId="{033A990B-9DC3-48E5-8A8F-C479C03810A4}" destId="{69F89E14-2B35-4E33-BD9A-CFBD5EC185E4}" srcOrd="1" destOrd="0" presId="urn:microsoft.com/office/officeart/2005/8/layout/process4"/>
    <dgm:cxn modelId="{E4F6C3C0-3ED8-4CFF-B3AC-40F517DF96EE}" type="presOf" srcId="{DF4B0DF5-93F4-4A9D-88C3-DD17A25076A8}" destId="{E81ADEFA-A61A-48EF-8224-EAC855CD91ED}" srcOrd="0" destOrd="0" presId="urn:microsoft.com/office/officeart/2005/8/layout/process4"/>
    <dgm:cxn modelId="{69097ED5-A91D-4152-A107-64B5776E9266}" type="presOf" srcId="{2FA84CC4-C650-4A88-B7F2-F038FC69527E}" destId="{D8C9AC48-1274-4E18-9A9F-9E5BD58FB3B7}" srcOrd="0" destOrd="0" presId="urn:microsoft.com/office/officeart/2005/8/layout/process4"/>
    <dgm:cxn modelId="{EA9519DB-14E2-4DFE-A6F9-6794EEB3CB0E}" type="presOf" srcId="{2E61DC92-578B-46CA-B220-751B93203035}" destId="{044A6E7A-ED86-4833-9909-E34915DC9226}" srcOrd="0" destOrd="0" presId="urn:microsoft.com/office/officeart/2005/8/layout/process4"/>
    <dgm:cxn modelId="{39F506DF-D468-4942-ABBF-EBED8593E005}" srcId="{385BC6AF-30F1-4D12-8501-C06CC8A9F3D2}" destId="{033A990B-9DC3-48E5-8A8F-C479C03810A4}" srcOrd="3" destOrd="0" parTransId="{973BF245-4D61-4DE6-8918-C870431A0227}" sibTransId="{68B373A4-BF34-41F4-ACBB-F2EAB1BB8D72}"/>
    <dgm:cxn modelId="{13223EED-E224-49AA-B96B-0FB807F91426}" type="presOf" srcId="{CC074741-3D51-4976-842A-CBA222457D22}" destId="{E13E00CA-F997-4ACA-9F61-3D905BA75F45}" srcOrd="0" destOrd="0" presId="urn:microsoft.com/office/officeart/2005/8/layout/process4"/>
    <dgm:cxn modelId="{ADDDD5F1-A52E-4C9F-AD01-2D1C1385ED2C}" srcId="{033A990B-9DC3-48E5-8A8F-C479C03810A4}" destId="{61DD6A8F-0BA2-4F64-971D-5722E6BB73B6}" srcOrd="2" destOrd="0" parTransId="{23DE61E4-806A-4B33-A02B-836A126DBA97}" sibTransId="{65F53280-9B3C-43B7-89B7-1D2386CBEFA7}"/>
    <dgm:cxn modelId="{484C5A00-573D-49EC-AE75-CFE0C4A1114C}" type="presParOf" srcId="{AE112269-749A-4D9C-AC1F-D4A5EC97E95D}" destId="{D9F32F34-CA5B-4BD4-ACFE-54BEA2626A7A}" srcOrd="0" destOrd="0" presId="urn:microsoft.com/office/officeart/2005/8/layout/process4"/>
    <dgm:cxn modelId="{4F3C8948-8849-4173-B663-DC1EE83CB353}" type="presParOf" srcId="{D9F32F34-CA5B-4BD4-ACFE-54BEA2626A7A}" destId="{6A34BCAE-1649-4F88-81A9-6DF72F643E26}" srcOrd="0" destOrd="0" presId="urn:microsoft.com/office/officeart/2005/8/layout/process4"/>
    <dgm:cxn modelId="{E5D5999A-D7AA-49EE-BAE7-A35A1BFF25C6}" type="presParOf" srcId="{D9F32F34-CA5B-4BD4-ACFE-54BEA2626A7A}" destId="{69F89E14-2B35-4E33-BD9A-CFBD5EC185E4}" srcOrd="1" destOrd="0" presId="urn:microsoft.com/office/officeart/2005/8/layout/process4"/>
    <dgm:cxn modelId="{B02F1D07-0B73-48A7-95F7-3D6BA31D3610}" type="presParOf" srcId="{D9F32F34-CA5B-4BD4-ACFE-54BEA2626A7A}" destId="{C5B3FA7E-0A9D-46A9-A3E0-ECFCC6EB065A}" srcOrd="2" destOrd="0" presId="urn:microsoft.com/office/officeart/2005/8/layout/process4"/>
    <dgm:cxn modelId="{50481A94-E51B-4FFD-9B90-8EC79F96E024}" type="presParOf" srcId="{C5B3FA7E-0A9D-46A9-A3E0-ECFCC6EB065A}" destId="{E81ADEFA-A61A-48EF-8224-EAC855CD91ED}" srcOrd="0" destOrd="0" presId="urn:microsoft.com/office/officeart/2005/8/layout/process4"/>
    <dgm:cxn modelId="{19555882-646B-4769-ACBE-AC11397BB708}" type="presParOf" srcId="{C5B3FA7E-0A9D-46A9-A3E0-ECFCC6EB065A}" destId="{688F721F-0F11-4AFE-B66E-F819049FC911}" srcOrd="1" destOrd="0" presId="urn:microsoft.com/office/officeart/2005/8/layout/process4"/>
    <dgm:cxn modelId="{BB6C362A-0321-4C1F-8D24-7A1FA8C05B9A}" type="presParOf" srcId="{C5B3FA7E-0A9D-46A9-A3E0-ECFCC6EB065A}" destId="{5B240CDC-0809-4E55-828B-C2B9CA423A4E}" srcOrd="2" destOrd="0" presId="urn:microsoft.com/office/officeart/2005/8/layout/process4"/>
    <dgm:cxn modelId="{C8EFB767-DDE4-447E-8911-1B6C400B6F3E}" type="presParOf" srcId="{C5B3FA7E-0A9D-46A9-A3E0-ECFCC6EB065A}" destId="{D8C9AC48-1274-4E18-9A9F-9E5BD58FB3B7}" srcOrd="3" destOrd="0" presId="urn:microsoft.com/office/officeart/2005/8/layout/process4"/>
    <dgm:cxn modelId="{C8080711-0CB1-407C-943D-59DE823A43AF}" type="presParOf" srcId="{AE112269-749A-4D9C-AC1F-D4A5EC97E95D}" destId="{D73D8406-37CA-45BC-94DC-A3DD06CBCA7D}" srcOrd="1" destOrd="0" presId="urn:microsoft.com/office/officeart/2005/8/layout/process4"/>
    <dgm:cxn modelId="{CB296E61-8F28-415F-BA08-328DFDFDEFDA}" type="presParOf" srcId="{AE112269-749A-4D9C-AC1F-D4A5EC97E95D}" destId="{9DF836F7-7DE1-4F62-9B19-1E57B7969867}" srcOrd="2" destOrd="0" presId="urn:microsoft.com/office/officeart/2005/8/layout/process4"/>
    <dgm:cxn modelId="{882B5B36-80C3-4A52-99FA-18C5DB6996BF}" type="presParOf" srcId="{9DF836F7-7DE1-4F62-9B19-1E57B7969867}" destId="{DA4C9CFD-FD27-43A4-B87E-871C449CE671}" srcOrd="0" destOrd="0" presId="urn:microsoft.com/office/officeart/2005/8/layout/process4"/>
    <dgm:cxn modelId="{7554EEB1-9EED-441A-86F8-6278A09727DE}" type="presParOf" srcId="{9DF836F7-7DE1-4F62-9B19-1E57B7969867}" destId="{FB63AD34-CB4C-4E99-A60D-901AB945B6CE}" srcOrd="1" destOrd="0" presId="urn:microsoft.com/office/officeart/2005/8/layout/process4"/>
    <dgm:cxn modelId="{19BF0819-8604-4E6B-9C30-A82D2C81329A}" type="presParOf" srcId="{9DF836F7-7DE1-4F62-9B19-1E57B7969867}" destId="{98E244F5-37C7-4084-95A7-32B83F25C4B9}" srcOrd="2" destOrd="0" presId="urn:microsoft.com/office/officeart/2005/8/layout/process4"/>
    <dgm:cxn modelId="{E75D29AD-4B53-4DA3-BFC3-DD7E0D351B20}" type="presParOf" srcId="{98E244F5-37C7-4084-95A7-32B83F25C4B9}" destId="{E13E00CA-F997-4ACA-9F61-3D905BA75F45}" srcOrd="0" destOrd="0" presId="urn:microsoft.com/office/officeart/2005/8/layout/process4"/>
    <dgm:cxn modelId="{F2383035-3230-4C34-BDDB-55E6B5C21800}" type="presParOf" srcId="{98E244F5-37C7-4084-95A7-32B83F25C4B9}" destId="{3A17C418-8023-494A-B0CE-7E2B726B4048}" srcOrd="1" destOrd="0" presId="urn:microsoft.com/office/officeart/2005/8/layout/process4"/>
    <dgm:cxn modelId="{97B40440-B15F-48EF-999F-75098438584C}" type="presParOf" srcId="{98E244F5-37C7-4084-95A7-32B83F25C4B9}" destId="{044A6E7A-ED86-4833-9909-E34915DC9226}" srcOrd="2" destOrd="0" presId="urn:microsoft.com/office/officeart/2005/8/layout/process4"/>
    <dgm:cxn modelId="{BF95E2A0-09A6-4BCB-90C1-BA5CEC7528D1}" type="presParOf" srcId="{98E244F5-37C7-4084-95A7-32B83F25C4B9}" destId="{7B28A840-2852-413F-92EC-90ABE7DCAEBB}" srcOrd="3" destOrd="0" presId="urn:microsoft.com/office/officeart/2005/8/layout/process4"/>
    <dgm:cxn modelId="{B4D4BEE2-51B0-4F1C-BB9D-855414F46E7E}" type="presParOf" srcId="{98E244F5-37C7-4084-95A7-32B83F25C4B9}" destId="{B1345B4B-5DBD-416A-94BC-75923D65C2BF}" srcOrd="4" destOrd="0" presId="urn:microsoft.com/office/officeart/2005/8/layout/process4"/>
    <dgm:cxn modelId="{7FB8EE2F-64EF-4035-B2A5-F8FA3ADD51E7}" type="presParOf" srcId="{AE112269-749A-4D9C-AC1F-D4A5EC97E95D}" destId="{28917CDA-F50B-49A5-B248-6EFBC3BD8324}" srcOrd="3" destOrd="0" presId="urn:microsoft.com/office/officeart/2005/8/layout/process4"/>
    <dgm:cxn modelId="{27D6233B-7339-4B35-A34C-DD259C32E9D5}" type="presParOf" srcId="{AE112269-749A-4D9C-AC1F-D4A5EC97E95D}" destId="{9D5A677C-9386-445D-8DF3-F578E60BABFA}" srcOrd="4" destOrd="0" presId="urn:microsoft.com/office/officeart/2005/8/layout/process4"/>
    <dgm:cxn modelId="{AEB12C5C-4B2E-4A41-8B12-F31E2F56EA3B}" type="presParOf" srcId="{9D5A677C-9386-445D-8DF3-F578E60BABFA}" destId="{0805F70A-EDF6-4FB3-BA65-95A1F0F6265E}" srcOrd="0" destOrd="0" presId="urn:microsoft.com/office/officeart/2005/8/layout/process4"/>
    <dgm:cxn modelId="{1AD649F2-A3E6-4616-AA14-7ED8F700898C}" type="presParOf" srcId="{AE112269-749A-4D9C-AC1F-D4A5EC97E95D}" destId="{4B3E597D-913B-4757-9869-8DEAF5C4F482}" srcOrd="5" destOrd="0" presId="urn:microsoft.com/office/officeart/2005/8/layout/process4"/>
    <dgm:cxn modelId="{BEDF02C6-939B-45BB-913B-A255F9990262}" type="presParOf" srcId="{AE112269-749A-4D9C-AC1F-D4A5EC97E95D}" destId="{36C4D7E3-667E-42A2-9022-62E5D256A123}" srcOrd="6" destOrd="0" presId="urn:microsoft.com/office/officeart/2005/8/layout/process4"/>
    <dgm:cxn modelId="{7F4E4AC3-9786-4BFE-B0E8-61681CE502A1}" type="presParOf" srcId="{36C4D7E3-667E-42A2-9022-62E5D256A123}" destId="{C03D9246-CE11-41CB-809B-2A7C8AC5679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5BC6AF-30F1-4D12-8501-C06CC8A9F3D2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0EE4DB7A-1CD6-414F-B7C4-D164C0C2E7A5}">
      <dgm:prSet phldrT="[Text]" custT="1"/>
      <dgm:spPr/>
      <dgm:t>
        <a:bodyPr/>
        <a:lstStyle/>
        <a:p>
          <a:r>
            <a:rPr lang="en-US" b="0" dirty="0"/>
            <a:t>CNN with 3 convolutional layers</a:t>
          </a:r>
          <a:endParaRPr lang="en-IN" sz="1400" dirty="0"/>
        </a:p>
      </dgm:t>
    </dgm:pt>
    <dgm:pt modelId="{FEE4B848-0DAC-4F9A-8175-5FE603E71511}" type="parTrans" cxnId="{5804C077-B729-4E4A-B6C1-F0F016F0A696}">
      <dgm:prSet/>
      <dgm:spPr/>
      <dgm:t>
        <a:bodyPr/>
        <a:lstStyle/>
        <a:p>
          <a:endParaRPr lang="en-IN" sz="1400"/>
        </a:p>
      </dgm:t>
    </dgm:pt>
    <dgm:pt modelId="{0258323E-F517-4C53-90B6-F3953B3C7CF1}" type="sibTrans" cxnId="{5804C077-B729-4E4A-B6C1-F0F016F0A696}">
      <dgm:prSet/>
      <dgm:spPr/>
      <dgm:t>
        <a:bodyPr/>
        <a:lstStyle/>
        <a:p>
          <a:endParaRPr lang="en-IN" sz="1400"/>
        </a:p>
      </dgm:t>
    </dgm:pt>
    <dgm:pt modelId="{01704EA3-07C3-4485-9063-EA4171EBA0E9}">
      <dgm:prSet/>
      <dgm:spPr/>
      <dgm:t>
        <a:bodyPr/>
        <a:lstStyle/>
        <a:p>
          <a:pPr>
            <a:buNone/>
          </a:pPr>
          <a:r>
            <a:rPr lang="en-IN" b="0"/>
            <a:t>• Experience replay (10,000 capacity)</a:t>
          </a:r>
        </a:p>
      </dgm:t>
    </dgm:pt>
    <dgm:pt modelId="{8774BEBE-F242-47D0-A3E2-869977B252E5}" type="parTrans" cxnId="{B1748D4D-23BC-4FCC-9F5D-5A716EACDE67}">
      <dgm:prSet/>
      <dgm:spPr/>
      <dgm:t>
        <a:bodyPr/>
        <a:lstStyle/>
        <a:p>
          <a:endParaRPr lang="en-IN"/>
        </a:p>
      </dgm:t>
    </dgm:pt>
    <dgm:pt modelId="{A65C2B16-70ED-4464-A137-0C06B14682F8}" type="sibTrans" cxnId="{B1748D4D-23BC-4FCC-9F5D-5A716EACDE67}">
      <dgm:prSet/>
      <dgm:spPr/>
      <dgm:t>
        <a:bodyPr/>
        <a:lstStyle/>
        <a:p>
          <a:endParaRPr lang="en-IN"/>
        </a:p>
      </dgm:t>
    </dgm:pt>
    <dgm:pt modelId="{11635122-984B-42A2-B59A-F8C227760ADD}">
      <dgm:prSet/>
      <dgm:spPr/>
      <dgm:t>
        <a:bodyPr/>
        <a:lstStyle/>
        <a:p>
          <a:pPr>
            <a:buNone/>
          </a:pPr>
          <a:r>
            <a:rPr lang="el-GR" b="0"/>
            <a:t>• ε-</a:t>
          </a:r>
          <a:r>
            <a:rPr lang="en-IN" b="0"/>
            <a:t>greedy exploration (1.0 → 0.01)</a:t>
          </a:r>
        </a:p>
      </dgm:t>
    </dgm:pt>
    <dgm:pt modelId="{DD79B50D-8F69-466D-BB21-DEE8257D0F56}" type="parTrans" cxnId="{2C9CFB06-0530-4E6C-AD28-2BC2C5739CDC}">
      <dgm:prSet/>
      <dgm:spPr/>
      <dgm:t>
        <a:bodyPr/>
        <a:lstStyle/>
        <a:p>
          <a:endParaRPr lang="en-IN"/>
        </a:p>
      </dgm:t>
    </dgm:pt>
    <dgm:pt modelId="{6426CDE8-A155-42E5-B218-0BD2447EC27E}" type="sibTrans" cxnId="{2C9CFB06-0530-4E6C-AD28-2BC2C5739CDC}">
      <dgm:prSet/>
      <dgm:spPr/>
      <dgm:t>
        <a:bodyPr/>
        <a:lstStyle/>
        <a:p>
          <a:endParaRPr lang="en-IN"/>
        </a:p>
      </dgm:t>
    </dgm:pt>
    <dgm:pt modelId="{A05FA3EB-CA55-47ED-A826-4B3122AF1F1F}">
      <dgm:prSet/>
      <dgm:spPr/>
      <dgm:t>
        <a:bodyPr/>
        <a:lstStyle/>
        <a:p>
          <a:pPr>
            <a:buNone/>
          </a:pPr>
          <a:r>
            <a:rPr lang="en-IN" b="0"/>
            <a:t>• Target network updates</a:t>
          </a:r>
        </a:p>
      </dgm:t>
    </dgm:pt>
    <dgm:pt modelId="{E8C9D4CF-150D-4E2C-8BB3-A1E39DF61AA3}" type="parTrans" cxnId="{4F319AD9-B510-4A73-BEB0-1BDE000A77F4}">
      <dgm:prSet/>
      <dgm:spPr/>
      <dgm:t>
        <a:bodyPr/>
        <a:lstStyle/>
        <a:p>
          <a:endParaRPr lang="en-IN"/>
        </a:p>
      </dgm:t>
    </dgm:pt>
    <dgm:pt modelId="{69433B45-C0CA-46E0-89C1-5239151762E5}" type="sibTrans" cxnId="{4F319AD9-B510-4A73-BEB0-1BDE000A77F4}">
      <dgm:prSet/>
      <dgm:spPr/>
      <dgm:t>
        <a:bodyPr/>
        <a:lstStyle/>
        <a:p>
          <a:endParaRPr lang="en-IN"/>
        </a:p>
      </dgm:t>
    </dgm:pt>
    <dgm:pt modelId="{AE112269-749A-4D9C-AC1F-D4A5EC97E95D}" type="pres">
      <dgm:prSet presAssocID="{385BC6AF-30F1-4D12-8501-C06CC8A9F3D2}" presName="Name0" presStyleCnt="0">
        <dgm:presLayoutVars>
          <dgm:dir/>
          <dgm:animLvl val="lvl"/>
          <dgm:resizeHandles val="exact"/>
        </dgm:presLayoutVars>
      </dgm:prSet>
      <dgm:spPr/>
    </dgm:pt>
    <dgm:pt modelId="{188F1311-CA45-4BFF-AD8B-196E37473443}" type="pres">
      <dgm:prSet presAssocID="{A05FA3EB-CA55-47ED-A826-4B3122AF1F1F}" presName="boxAndChildren" presStyleCnt="0"/>
      <dgm:spPr/>
    </dgm:pt>
    <dgm:pt modelId="{7BBF685C-4FAE-41A5-99AE-D447901D81B7}" type="pres">
      <dgm:prSet presAssocID="{A05FA3EB-CA55-47ED-A826-4B3122AF1F1F}" presName="parentTextBox" presStyleLbl="node1" presStyleIdx="0" presStyleCnt="4"/>
      <dgm:spPr/>
    </dgm:pt>
    <dgm:pt modelId="{7FE3DCFB-ADDC-4412-B4CB-86602313F9F4}" type="pres">
      <dgm:prSet presAssocID="{6426CDE8-A155-42E5-B218-0BD2447EC27E}" presName="sp" presStyleCnt="0"/>
      <dgm:spPr/>
    </dgm:pt>
    <dgm:pt modelId="{DE5779F9-53B4-42F7-8DA8-DA18AD8AFB09}" type="pres">
      <dgm:prSet presAssocID="{11635122-984B-42A2-B59A-F8C227760ADD}" presName="arrowAndChildren" presStyleCnt="0"/>
      <dgm:spPr/>
    </dgm:pt>
    <dgm:pt modelId="{41465C1F-1F99-4E55-83F9-21F42FA885F5}" type="pres">
      <dgm:prSet presAssocID="{11635122-984B-42A2-B59A-F8C227760ADD}" presName="parentTextArrow" presStyleLbl="node1" presStyleIdx="1" presStyleCnt="4"/>
      <dgm:spPr/>
    </dgm:pt>
    <dgm:pt modelId="{7516184F-49C9-4544-B855-6604570436BA}" type="pres">
      <dgm:prSet presAssocID="{A65C2B16-70ED-4464-A137-0C06B14682F8}" presName="sp" presStyleCnt="0"/>
      <dgm:spPr/>
    </dgm:pt>
    <dgm:pt modelId="{185F125F-354C-4A64-A09B-FD8D0C8F5D7D}" type="pres">
      <dgm:prSet presAssocID="{01704EA3-07C3-4485-9063-EA4171EBA0E9}" presName="arrowAndChildren" presStyleCnt="0"/>
      <dgm:spPr/>
    </dgm:pt>
    <dgm:pt modelId="{9C205C00-C4A4-48FB-946B-CD802E215030}" type="pres">
      <dgm:prSet presAssocID="{01704EA3-07C3-4485-9063-EA4171EBA0E9}" presName="parentTextArrow" presStyleLbl="node1" presStyleIdx="2" presStyleCnt="4"/>
      <dgm:spPr/>
    </dgm:pt>
    <dgm:pt modelId="{4B3E597D-913B-4757-9869-8DEAF5C4F482}" type="pres">
      <dgm:prSet presAssocID="{0258323E-F517-4C53-90B6-F3953B3C7CF1}" presName="sp" presStyleCnt="0"/>
      <dgm:spPr/>
    </dgm:pt>
    <dgm:pt modelId="{36C4D7E3-667E-42A2-9022-62E5D256A123}" type="pres">
      <dgm:prSet presAssocID="{0EE4DB7A-1CD6-414F-B7C4-D164C0C2E7A5}" presName="arrowAndChildren" presStyleCnt="0"/>
      <dgm:spPr/>
    </dgm:pt>
    <dgm:pt modelId="{C03D9246-CE11-41CB-809B-2A7C8AC5679B}" type="pres">
      <dgm:prSet presAssocID="{0EE4DB7A-1CD6-414F-B7C4-D164C0C2E7A5}" presName="parentTextArrow" presStyleLbl="node1" presStyleIdx="3" presStyleCnt="4" custLinFactNeighborX="-7372" custLinFactNeighborY="-123"/>
      <dgm:spPr/>
    </dgm:pt>
  </dgm:ptLst>
  <dgm:cxnLst>
    <dgm:cxn modelId="{2C9CFB06-0530-4E6C-AD28-2BC2C5739CDC}" srcId="{385BC6AF-30F1-4D12-8501-C06CC8A9F3D2}" destId="{11635122-984B-42A2-B59A-F8C227760ADD}" srcOrd="2" destOrd="0" parTransId="{DD79B50D-8F69-466D-BB21-DEE8257D0F56}" sibTransId="{6426CDE8-A155-42E5-B218-0BD2447EC27E}"/>
    <dgm:cxn modelId="{B3776535-1791-4BF3-B3DB-41B41C4973B1}" type="presOf" srcId="{0EE4DB7A-1CD6-414F-B7C4-D164C0C2E7A5}" destId="{C03D9246-CE11-41CB-809B-2A7C8AC5679B}" srcOrd="0" destOrd="0" presId="urn:microsoft.com/office/officeart/2005/8/layout/process4"/>
    <dgm:cxn modelId="{B1748D4D-23BC-4FCC-9F5D-5A716EACDE67}" srcId="{385BC6AF-30F1-4D12-8501-C06CC8A9F3D2}" destId="{01704EA3-07C3-4485-9063-EA4171EBA0E9}" srcOrd="1" destOrd="0" parTransId="{8774BEBE-F242-47D0-A3E2-869977B252E5}" sibTransId="{A65C2B16-70ED-4464-A137-0C06B14682F8}"/>
    <dgm:cxn modelId="{C4071F4F-30A1-4E81-99D2-651D8B69DB75}" type="presOf" srcId="{385BC6AF-30F1-4D12-8501-C06CC8A9F3D2}" destId="{AE112269-749A-4D9C-AC1F-D4A5EC97E95D}" srcOrd="0" destOrd="0" presId="urn:microsoft.com/office/officeart/2005/8/layout/process4"/>
    <dgm:cxn modelId="{5804C077-B729-4E4A-B6C1-F0F016F0A696}" srcId="{385BC6AF-30F1-4D12-8501-C06CC8A9F3D2}" destId="{0EE4DB7A-1CD6-414F-B7C4-D164C0C2E7A5}" srcOrd="0" destOrd="0" parTransId="{FEE4B848-0DAC-4F9A-8175-5FE603E71511}" sibTransId="{0258323E-F517-4C53-90B6-F3953B3C7CF1}"/>
    <dgm:cxn modelId="{02DEA787-CEEF-4A78-8A62-6BB541CE2B2B}" type="presOf" srcId="{01704EA3-07C3-4485-9063-EA4171EBA0E9}" destId="{9C205C00-C4A4-48FB-946B-CD802E215030}" srcOrd="0" destOrd="0" presId="urn:microsoft.com/office/officeart/2005/8/layout/process4"/>
    <dgm:cxn modelId="{993BF69A-4A8D-4D71-9EDB-C5B72809C24B}" type="presOf" srcId="{A05FA3EB-CA55-47ED-A826-4B3122AF1F1F}" destId="{7BBF685C-4FAE-41A5-99AE-D447901D81B7}" srcOrd="0" destOrd="0" presId="urn:microsoft.com/office/officeart/2005/8/layout/process4"/>
    <dgm:cxn modelId="{7F782CC7-F309-4637-AC6B-3E1F1E419EE6}" type="presOf" srcId="{11635122-984B-42A2-B59A-F8C227760ADD}" destId="{41465C1F-1F99-4E55-83F9-21F42FA885F5}" srcOrd="0" destOrd="0" presId="urn:microsoft.com/office/officeart/2005/8/layout/process4"/>
    <dgm:cxn modelId="{4F319AD9-B510-4A73-BEB0-1BDE000A77F4}" srcId="{385BC6AF-30F1-4D12-8501-C06CC8A9F3D2}" destId="{A05FA3EB-CA55-47ED-A826-4B3122AF1F1F}" srcOrd="3" destOrd="0" parTransId="{E8C9D4CF-150D-4E2C-8BB3-A1E39DF61AA3}" sibTransId="{69433B45-C0CA-46E0-89C1-5239151762E5}"/>
    <dgm:cxn modelId="{DEAF67CB-E6CB-4C19-9B8A-EB3AD27E4345}" type="presParOf" srcId="{AE112269-749A-4D9C-AC1F-D4A5EC97E95D}" destId="{188F1311-CA45-4BFF-AD8B-196E37473443}" srcOrd="0" destOrd="0" presId="urn:microsoft.com/office/officeart/2005/8/layout/process4"/>
    <dgm:cxn modelId="{0CDAA7A2-0298-4B0B-80F1-37449CB669AA}" type="presParOf" srcId="{188F1311-CA45-4BFF-AD8B-196E37473443}" destId="{7BBF685C-4FAE-41A5-99AE-D447901D81B7}" srcOrd="0" destOrd="0" presId="urn:microsoft.com/office/officeart/2005/8/layout/process4"/>
    <dgm:cxn modelId="{D81C34FF-79B2-4250-BD0D-A3AAF3585005}" type="presParOf" srcId="{AE112269-749A-4D9C-AC1F-D4A5EC97E95D}" destId="{7FE3DCFB-ADDC-4412-B4CB-86602313F9F4}" srcOrd="1" destOrd="0" presId="urn:microsoft.com/office/officeart/2005/8/layout/process4"/>
    <dgm:cxn modelId="{79CA36CE-EE45-4D5B-80B1-61A61F574606}" type="presParOf" srcId="{AE112269-749A-4D9C-AC1F-D4A5EC97E95D}" destId="{DE5779F9-53B4-42F7-8DA8-DA18AD8AFB09}" srcOrd="2" destOrd="0" presId="urn:microsoft.com/office/officeart/2005/8/layout/process4"/>
    <dgm:cxn modelId="{5DF6F17F-DAA2-4EB0-B4C9-18DACE891B07}" type="presParOf" srcId="{DE5779F9-53B4-42F7-8DA8-DA18AD8AFB09}" destId="{41465C1F-1F99-4E55-83F9-21F42FA885F5}" srcOrd="0" destOrd="0" presId="urn:microsoft.com/office/officeart/2005/8/layout/process4"/>
    <dgm:cxn modelId="{B8D1EE1E-7B5F-4451-8D7E-B70A3F44EBE3}" type="presParOf" srcId="{AE112269-749A-4D9C-AC1F-D4A5EC97E95D}" destId="{7516184F-49C9-4544-B855-6604570436BA}" srcOrd="3" destOrd="0" presId="urn:microsoft.com/office/officeart/2005/8/layout/process4"/>
    <dgm:cxn modelId="{2D77AF56-EA81-4CC1-87C8-267C8DC16297}" type="presParOf" srcId="{AE112269-749A-4D9C-AC1F-D4A5EC97E95D}" destId="{185F125F-354C-4A64-A09B-FD8D0C8F5D7D}" srcOrd="4" destOrd="0" presId="urn:microsoft.com/office/officeart/2005/8/layout/process4"/>
    <dgm:cxn modelId="{B3AB3325-9373-4945-8AC2-03522986DC57}" type="presParOf" srcId="{185F125F-354C-4A64-A09B-FD8D0C8F5D7D}" destId="{9C205C00-C4A4-48FB-946B-CD802E215030}" srcOrd="0" destOrd="0" presId="urn:microsoft.com/office/officeart/2005/8/layout/process4"/>
    <dgm:cxn modelId="{1AD649F2-A3E6-4616-AA14-7ED8F700898C}" type="presParOf" srcId="{AE112269-749A-4D9C-AC1F-D4A5EC97E95D}" destId="{4B3E597D-913B-4757-9869-8DEAF5C4F482}" srcOrd="5" destOrd="0" presId="urn:microsoft.com/office/officeart/2005/8/layout/process4"/>
    <dgm:cxn modelId="{BEDF02C6-939B-45BB-913B-A255F9990262}" type="presParOf" srcId="{AE112269-749A-4D9C-AC1F-D4A5EC97E95D}" destId="{36C4D7E3-667E-42A2-9022-62E5D256A123}" srcOrd="6" destOrd="0" presId="urn:microsoft.com/office/officeart/2005/8/layout/process4"/>
    <dgm:cxn modelId="{7F4E4AC3-9786-4BFE-B0E8-61681CE502A1}" type="presParOf" srcId="{36C4D7E3-667E-42A2-9022-62E5D256A123}" destId="{C03D9246-CE11-41CB-809B-2A7C8AC5679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5BC6AF-30F1-4D12-8501-C06CC8A9F3D2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0EE4DB7A-1CD6-414F-B7C4-D164C0C2E7A5}">
      <dgm:prSet phldrT="[Text]" custT="1"/>
      <dgm:spPr/>
      <dgm:t>
        <a:bodyPr/>
        <a:lstStyle/>
        <a:p>
          <a:r>
            <a:rPr lang="en-IN" b="0" dirty="0"/>
            <a:t>TRAINING PROGRESS:</a:t>
          </a:r>
          <a:endParaRPr lang="en-IN" sz="1400" dirty="0"/>
        </a:p>
      </dgm:t>
    </dgm:pt>
    <dgm:pt modelId="{FEE4B848-0DAC-4F9A-8175-5FE603E71511}" type="parTrans" cxnId="{5804C077-B729-4E4A-B6C1-F0F016F0A696}">
      <dgm:prSet/>
      <dgm:spPr/>
      <dgm:t>
        <a:bodyPr/>
        <a:lstStyle/>
        <a:p>
          <a:endParaRPr lang="en-IN" sz="1400"/>
        </a:p>
      </dgm:t>
    </dgm:pt>
    <dgm:pt modelId="{0258323E-F517-4C53-90B6-F3953B3C7CF1}" type="sibTrans" cxnId="{5804C077-B729-4E4A-B6C1-F0F016F0A696}">
      <dgm:prSet/>
      <dgm:spPr/>
      <dgm:t>
        <a:bodyPr/>
        <a:lstStyle/>
        <a:p>
          <a:endParaRPr lang="en-IN" sz="1400"/>
        </a:p>
      </dgm:t>
    </dgm:pt>
    <dgm:pt modelId="{E56335F2-06DC-4A7F-AB11-394E4EE04FCB}">
      <dgm:prSet/>
      <dgm:spPr/>
      <dgm:t>
        <a:bodyPr/>
        <a:lstStyle/>
        <a:p>
          <a:pPr>
            <a:buNone/>
          </a:pPr>
          <a:r>
            <a:rPr lang="en-IN" b="0" dirty="0"/>
            <a:t>• Episode 0: Score = -52(Random)</a:t>
          </a:r>
        </a:p>
      </dgm:t>
    </dgm:pt>
    <dgm:pt modelId="{D09BC421-B2DE-4849-8899-76403D454F3C}" type="parTrans" cxnId="{DFD1960C-8646-4532-86D3-D770BA1BDD6A}">
      <dgm:prSet/>
      <dgm:spPr/>
      <dgm:t>
        <a:bodyPr/>
        <a:lstStyle/>
        <a:p>
          <a:endParaRPr lang="en-IN"/>
        </a:p>
      </dgm:t>
    </dgm:pt>
    <dgm:pt modelId="{27321ACE-9B04-4D0E-85BE-89D58FB744AC}" type="sibTrans" cxnId="{DFD1960C-8646-4532-86D3-D770BA1BDD6A}">
      <dgm:prSet/>
      <dgm:spPr/>
      <dgm:t>
        <a:bodyPr/>
        <a:lstStyle/>
        <a:p>
          <a:endParaRPr lang="en-IN"/>
        </a:p>
      </dgm:t>
    </dgm:pt>
    <dgm:pt modelId="{6C84A466-D01D-4039-87A2-943AE1B0C5DC}">
      <dgm:prSet/>
      <dgm:spPr/>
      <dgm:t>
        <a:bodyPr/>
        <a:lstStyle/>
        <a:p>
          <a:pPr>
            <a:buNone/>
          </a:pPr>
          <a:r>
            <a:rPr lang="en-IN" b="0" dirty="0"/>
            <a:t>• Episode 100: Score = 32 (620% improvement)</a:t>
          </a:r>
        </a:p>
      </dgm:t>
    </dgm:pt>
    <dgm:pt modelId="{C042F9A0-A5AA-470F-9663-B092D7B83FA8}" type="parTrans" cxnId="{3278F018-29A8-4C1A-8A6C-F32C9D78D25D}">
      <dgm:prSet/>
      <dgm:spPr/>
      <dgm:t>
        <a:bodyPr/>
        <a:lstStyle/>
        <a:p>
          <a:endParaRPr lang="en-IN"/>
        </a:p>
      </dgm:t>
    </dgm:pt>
    <dgm:pt modelId="{F4915AB8-4058-4DE6-B544-ADB42AB8B733}" type="sibTrans" cxnId="{3278F018-29A8-4C1A-8A6C-F32C9D78D25D}">
      <dgm:prSet/>
      <dgm:spPr/>
      <dgm:t>
        <a:bodyPr/>
        <a:lstStyle/>
        <a:p>
          <a:endParaRPr lang="en-IN"/>
        </a:p>
      </dgm:t>
    </dgm:pt>
    <dgm:pt modelId="{83D1E17B-1733-4C75-979A-62018B630495}">
      <dgm:prSet/>
      <dgm:spPr/>
      <dgm:t>
        <a:bodyPr/>
        <a:lstStyle/>
        <a:p>
          <a:pPr>
            <a:buNone/>
          </a:pPr>
          <a:r>
            <a:rPr lang="en-IN" b="0" dirty="0"/>
            <a:t>• Episode 400: Consistent scores 58-60</a:t>
          </a:r>
        </a:p>
      </dgm:t>
    </dgm:pt>
    <dgm:pt modelId="{768B4300-58CF-4AB0-90D6-8AD699599415}" type="parTrans" cxnId="{1E64A36D-7CAA-4908-962F-A53C76E49571}">
      <dgm:prSet/>
      <dgm:spPr/>
      <dgm:t>
        <a:bodyPr/>
        <a:lstStyle/>
        <a:p>
          <a:endParaRPr lang="en-IN"/>
        </a:p>
      </dgm:t>
    </dgm:pt>
    <dgm:pt modelId="{BB59B6DC-D71E-4F10-9BCD-3D122DC2BE2A}" type="sibTrans" cxnId="{1E64A36D-7CAA-4908-962F-A53C76E49571}">
      <dgm:prSet/>
      <dgm:spPr/>
      <dgm:t>
        <a:bodyPr/>
        <a:lstStyle/>
        <a:p>
          <a:endParaRPr lang="en-IN"/>
        </a:p>
      </dgm:t>
    </dgm:pt>
    <dgm:pt modelId="{AE112269-749A-4D9C-AC1F-D4A5EC97E95D}" type="pres">
      <dgm:prSet presAssocID="{385BC6AF-30F1-4D12-8501-C06CC8A9F3D2}" presName="Name0" presStyleCnt="0">
        <dgm:presLayoutVars>
          <dgm:dir/>
          <dgm:animLvl val="lvl"/>
          <dgm:resizeHandles val="exact"/>
        </dgm:presLayoutVars>
      </dgm:prSet>
      <dgm:spPr/>
    </dgm:pt>
    <dgm:pt modelId="{AAE2F6DA-4C86-4270-8EA6-B73D8CDE6B6C}" type="pres">
      <dgm:prSet presAssocID="{83D1E17B-1733-4C75-979A-62018B630495}" presName="boxAndChildren" presStyleCnt="0"/>
      <dgm:spPr/>
    </dgm:pt>
    <dgm:pt modelId="{A3D035F0-D44A-433D-87E7-0D321FC5D049}" type="pres">
      <dgm:prSet presAssocID="{83D1E17B-1733-4C75-979A-62018B630495}" presName="parentTextBox" presStyleLbl="node1" presStyleIdx="0" presStyleCnt="4"/>
      <dgm:spPr/>
    </dgm:pt>
    <dgm:pt modelId="{525C937B-6BC7-4CAF-83D9-96F5FF759A30}" type="pres">
      <dgm:prSet presAssocID="{F4915AB8-4058-4DE6-B544-ADB42AB8B733}" presName="sp" presStyleCnt="0"/>
      <dgm:spPr/>
    </dgm:pt>
    <dgm:pt modelId="{8073447F-1113-4C71-A698-7DEABC51A88D}" type="pres">
      <dgm:prSet presAssocID="{6C84A466-D01D-4039-87A2-943AE1B0C5DC}" presName="arrowAndChildren" presStyleCnt="0"/>
      <dgm:spPr/>
    </dgm:pt>
    <dgm:pt modelId="{3F2C2CB5-F297-4C34-9432-817A5FDF54DA}" type="pres">
      <dgm:prSet presAssocID="{6C84A466-D01D-4039-87A2-943AE1B0C5DC}" presName="parentTextArrow" presStyleLbl="node1" presStyleIdx="1" presStyleCnt="4"/>
      <dgm:spPr/>
    </dgm:pt>
    <dgm:pt modelId="{9B1DE23D-EF95-4411-B9FC-327782CF0D5C}" type="pres">
      <dgm:prSet presAssocID="{27321ACE-9B04-4D0E-85BE-89D58FB744AC}" presName="sp" presStyleCnt="0"/>
      <dgm:spPr/>
    </dgm:pt>
    <dgm:pt modelId="{1434FF66-79C2-420A-85CA-367687DB91EB}" type="pres">
      <dgm:prSet presAssocID="{E56335F2-06DC-4A7F-AB11-394E4EE04FCB}" presName="arrowAndChildren" presStyleCnt="0"/>
      <dgm:spPr/>
    </dgm:pt>
    <dgm:pt modelId="{573B37B0-D4FF-4117-A130-713F284AAA2D}" type="pres">
      <dgm:prSet presAssocID="{E56335F2-06DC-4A7F-AB11-394E4EE04FCB}" presName="parentTextArrow" presStyleLbl="node1" presStyleIdx="2" presStyleCnt="4"/>
      <dgm:spPr/>
    </dgm:pt>
    <dgm:pt modelId="{4B3E597D-913B-4757-9869-8DEAF5C4F482}" type="pres">
      <dgm:prSet presAssocID="{0258323E-F517-4C53-90B6-F3953B3C7CF1}" presName="sp" presStyleCnt="0"/>
      <dgm:spPr/>
    </dgm:pt>
    <dgm:pt modelId="{36C4D7E3-667E-42A2-9022-62E5D256A123}" type="pres">
      <dgm:prSet presAssocID="{0EE4DB7A-1CD6-414F-B7C4-D164C0C2E7A5}" presName="arrowAndChildren" presStyleCnt="0"/>
      <dgm:spPr/>
    </dgm:pt>
    <dgm:pt modelId="{C03D9246-CE11-41CB-809B-2A7C8AC5679B}" type="pres">
      <dgm:prSet presAssocID="{0EE4DB7A-1CD6-414F-B7C4-D164C0C2E7A5}" presName="parentTextArrow" presStyleLbl="node1" presStyleIdx="3" presStyleCnt="4" custLinFactNeighborX="-7372" custLinFactNeighborY="-123"/>
      <dgm:spPr/>
    </dgm:pt>
  </dgm:ptLst>
  <dgm:cxnLst>
    <dgm:cxn modelId="{DFD1960C-8646-4532-86D3-D770BA1BDD6A}" srcId="{385BC6AF-30F1-4D12-8501-C06CC8A9F3D2}" destId="{E56335F2-06DC-4A7F-AB11-394E4EE04FCB}" srcOrd="1" destOrd="0" parTransId="{D09BC421-B2DE-4849-8899-76403D454F3C}" sibTransId="{27321ACE-9B04-4D0E-85BE-89D58FB744AC}"/>
    <dgm:cxn modelId="{3278F018-29A8-4C1A-8A6C-F32C9D78D25D}" srcId="{385BC6AF-30F1-4D12-8501-C06CC8A9F3D2}" destId="{6C84A466-D01D-4039-87A2-943AE1B0C5DC}" srcOrd="2" destOrd="0" parTransId="{C042F9A0-A5AA-470F-9663-B092D7B83FA8}" sibTransId="{F4915AB8-4058-4DE6-B544-ADB42AB8B733}"/>
    <dgm:cxn modelId="{B3776535-1791-4BF3-B3DB-41B41C4973B1}" type="presOf" srcId="{0EE4DB7A-1CD6-414F-B7C4-D164C0C2E7A5}" destId="{C03D9246-CE11-41CB-809B-2A7C8AC5679B}" srcOrd="0" destOrd="0" presId="urn:microsoft.com/office/officeart/2005/8/layout/process4"/>
    <dgm:cxn modelId="{1E64A36D-7CAA-4908-962F-A53C76E49571}" srcId="{385BC6AF-30F1-4D12-8501-C06CC8A9F3D2}" destId="{83D1E17B-1733-4C75-979A-62018B630495}" srcOrd="3" destOrd="0" parTransId="{768B4300-58CF-4AB0-90D6-8AD699599415}" sibTransId="{BB59B6DC-D71E-4F10-9BCD-3D122DC2BE2A}"/>
    <dgm:cxn modelId="{C4071F4F-30A1-4E81-99D2-651D8B69DB75}" type="presOf" srcId="{385BC6AF-30F1-4D12-8501-C06CC8A9F3D2}" destId="{AE112269-749A-4D9C-AC1F-D4A5EC97E95D}" srcOrd="0" destOrd="0" presId="urn:microsoft.com/office/officeart/2005/8/layout/process4"/>
    <dgm:cxn modelId="{CED07F70-6225-4A24-A3A8-B8F8E71862DB}" type="presOf" srcId="{E56335F2-06DC-4A7F-AB11-394E4EE04FCB}" destId="{573B37B0-D4FF-4117-A130-713F284AAA2D}" srcOrd="0" destOrd="0" presId="urn:microsoft.com/office/officeart/2005/8/layout/process4"/>
    <dgm:cxn modelId="{F7EF1E51-564E-433E-B342-4DF4DFC27E3F}" type="presOf" srcId="{83D1E17B-1733-4C75-979A-62018B630495}" destId="{A3D035F0-D44A-433D-87E7-0D321FC5D049}" srcOrd="0" destOrd="0" presId="urn:microsoft.com/office/officeart/2005/8/layout/process4"/>
    <dgm:cxn modelId="{5804C077-B729-4E4A-B6C1-F0F016F0A696}" srcId="{385BC6AF-30F1-4D12-8501-C06CC8A9F3D2}" destId="{0EE4DB7A-1CD6-414F-B7C4-D164C0C2E7A5}" srcOrd="0" destOrd="0" parTransId="{FEE4B848-0DAC-4F9A-8175-5FE603E71511}" sibTransId="{0258323E-F517-4C53-90B6-F3953B3C7CF1}"/>
    <dgm:cxn modelId="{F3AF9F96-A1EB-49FD-ACD3-F6CBE358D10D}" type="presOf" srcId="{6C84A466-D01D-4039-87A2-943AE1B0C5DC}" destId="{3F2C2CB5-F297-4C34-9432-817A5FDF54DA}" srcOrd="0" destOrd="0" presId="urn:microsoft.com/office/officeart/2005/8/layout/process4"/>
    <dgm:cxn modelId="{36F5B908-0E19-457B-A920-9AD88245206F}" type="presParOf" srcId="{AE112269-749A-4D9C-AC1F-D4A5EC97E95D}" destId="{AAE2F6DA-4C86-4270-8EA6-B73D8CDE6B6C}" srcOrd="0" destOrd="0" presId="urn:microsoft.com/office/officeart/2005/8/layout/process4"/>
    <dgm:cxn modelId="{40478803-C4F4-4779-A6D2-A95988C24E7D}" type="presParOf" srcId="{AAE2F6DA-4C86-4270-8EA6-B73D8CDE6B6C}" destId="{A3D035F0-D44A-433D-87E7-0D321FC5D049}" srcOrd="0" destOrd="0" presId="urn:microsoft.com/office/officeart/2005/8/layout/process4"/>
    <dgm:cxn modelId="{0EDCFC80-546A-43F7-A1A3-996A598DA029}" type="presParOf" srcId="{AE112269-749A-4D9C-AC1F-D4A5EC97E95D}" destId="{525C937B-6BC7-4CAF-83D9-96F5FF759A30}" srcOrd="1" destOrd="0" presId="urn:microsoft.com/office/officeart/2005/8/layout/process4"/>
    <dgm:cxn modelId="{3CDD115F-3EF1-47F9-84F3-157805F7604C}" type="presParOf" srcId="{AE112269-749A-4D9C-AC1F-D4A5EC97E95D}" destId="{8073447F-1113-4C71-A698-7DEABC51A88D}" srcOrd="2" destOrd="0" presId="urn:microsoft.com/office/officeart/2005/8/layout/process4"/>
    <dgm:cxn modelId="{43A246F3-361F-42CD-A8DE-63446713E255}" type="presParOf" srcId="{8073447F-1113-4C71-A698-7DEABC51A88D}" destId="{3F2C2CB5-F297-4C34-9432-817A5FDF54DA}" srcOrd="0" destOrd="0" presId="urn:microsoft.com/office/officeart/2005/8/layout/process4"/>
    <dgm:cxn modelId="{00BF2622-7521-46C9-97CC-C2CEE17E5373}" type="presParOf" srcId="{AE112269-749A-4D9C-AC1F-D4A5EC97E95D}" destId="{9B1DE23D-EF95-4411-B9FC-327782CF0D5C}" srcOrd="3" destOrd="0" presId="urn:microsoft.com/office/officeart/2005/8/layout/process4"/>
    <dgm:cxn modelId="{651BBDE7-AC54-429E-A1D5-F772E4246D25}" type="presParOf" srcId="{AE112269-749A-4D9C-AC1F-D4A5EC97E95D}" destId="{1434FF66-79C2-420A-85CA-367687DB91EB}" srcOrd="4" destOrd="0" presId="urn:microsoft.com/office/officeart/2005/8/layout/process4"/>
    <dgm:cxn modelId="{8A88C793-0B10-4CE3-B728-4B1E28F58F7B}" type="presParOf" srcId="{1434FF66-79C2-420A-85CA-367687DB91EB}" destId="{573B37B0-D4FF-4117-A130-713F284AAA2D}" srcOrd="0" destOrd="0" presId="urn:microsoft.com/office/officeart/2005/8/layout/process4"/>
    <dgm:cxn modelId="{1AD649F2-A3E6-4616-AA14-7ED8F700898C}" type="presParOf" srcId="{AE112269-749A-4D9C-AC1F-D4A5EC97E95D}" destId="{4B3E597D-913B-4757-9869-8DEAF5C4F482}" srcOrd="5" destOrd="0" presId="urn:microsoft.com/office/officeart/2005/8/layout/process4"/>
    <dgm:cxn modelId="{BEDF02C6-939B-45BB-913B-A255F9990262}" type="presParOf" srcId="{AE112269-749A-4D9C-AC1F-D4A5EC97E95D}" destId="{36C4D7E3-667E-42A2-9022-62E5D256A123}" srcOrd="6" destOrd="0" presId="urn:microsoft.com/office/officeart/2005/8/layout/process4"/>
    <dgm:cxn modelId="{7F4E4AC3-9786-4BFE-B0E8-61681CE502A1}" type="presParOf" srcId="{36C4D7E3-667E-42A2-9022-62E5D256A123}" destId="{C03D9246-CE11-41CB-809B-2A7C8AC5679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089E81-BA9E-4961-A491-DCCE4C2C91C7}">
      <dsp:nvSpPr>
        <dsp:cNvPr id="0" name=""/>
        <dsp:cNvSpPr/>
      </dsp:nvSpPr>
      <dsp:spPr>
        <a:xfrm>
          <a:off x="0" y="235603"/>
          <a:ext cx="3339126" cy="20034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b="0" kern="1200" dirty="0"/>
            <a:t>implemented multi-agent Pac-Man Game environnent</a:t>
          </a:r>
          <a:endParaRPr lang="en-IN" sz="3100" kern="1200" dirty="0"/>
        </a:p>
      </dsp:txBody>
      <dsp:txXfrm>
        <a:off x="0" y="235603"/>
        <a:ext cx="3339126" cy="2003476"/>
      </dsp:txXfrm>
    </dsp:sp>
    <dsp:sp modelId="{9FE14973-D614-47F3-8F60-E415D78AF61D}">
      <dsp:nvSpPr>
        <dsp:cNvPr id="0" name=""/>
        <dsp:cNvSpPr/>
      </dsp:nvSpPr>
      <dsp:spPr>
        <a:xfrm>
          <a:off x="3673039" y="235603"/>
          <a:ext cx="3339126" cy="2003476"/>
        </a:xfrm>
        <a:prstGeom prst="rect">
          <a:avLst/>
        </a:prstGeom>
        <a:gradFill rotWithShape="0">
          <a:gsLst>
            <a:gs pos="0">
              <a:schemeClr val="accent2">
                <a:hueOff val="1957641"/>
                <a:satOff val="-4157"/>
                <a:lumOff val="-68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957641"/>
                <a:satOff val="-4157"/>
                <a:lumOff val="-68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957641"/>
                <a:satOff val="-4157"/>
                <a:lumOff val="-68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 dirty="0"/>
            <a:t>Develop RL agent learning from visual inputs</a:t>
          </a:r>
        </a:p>
      </dsp:txBody>
      <dsp:txXfrm>
        <a:off x="3673039" y="235603"/>
        <a:ext cx="3339126" cy="2003476"/>
      </dsp:txXfrm>
    </dsp:sp>
    <dsp:sp modelId="{DB4956AC-5C68-4FA8-A778-D5A6D3679A7C}">
      <dsp:nvSpPr>
        <dsp:cNvPr id="0" name=""/>
        <dsp:cNvSpPr/>
      </dsp:nvSpPr>
      <dsp:spPr>
        <a:xfrm>
          <a:off x="7346079" y="235603"/>
          <a:ext cx="3339126" cy="2003476"/>
        </a:xfrm>
        <a:prstGeom prst="rect">
          <a:avLst/>
        </a:prstGeom>
        <a:gradFill rotWithShape="0">
          <a:gsLst>
            <a:gs pos="0">
              <a:schemeClr val="accent2">
                <a:hueOff val="3915281"/>
                <a:satOff val="-8314"/>
                <a:lumOff val="-136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915281"/>
                <a:satOff val="-8314"/>
                <a:lumOff val="-136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915281"/>
                <a:satOff val="-8314"/>
                <a:lumOff val="-136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 dirty="0"/>
            <a:t> Use Deep Q-Networks (DQN) for decision making</a:t>
          </a:r>
        </a:p>
      </dsp:txBody>
      <dsp:txXfrm>
        <a:off x="7346079" y="235603"/>
        <a:ext cx="3339126" cy="2003476"/>
      </dsp:txXfrm>
    </dsp:sp>
    <dsp:sp modelId="{9A93CA62-7BD7-49DD-9BEB-51336E75A133}">
      <dsp:nvSpPr>
        <dsp:cNvPr id="0" name=""/>
        <dsp:cNvSpPr/>
      </dsp:nvSpPr>
      <dsp:spPr>
        <a:xfrm>
          <a:off x="1836519" y="2572992"/>
          <a:ext cx="3339126" cy="2003476"/>
        </a:xfrm>
        <a:prstGeom prst="rect">
          <a:avLst/>
        </a:prstGeom>
        <a:gradFill rotWithShape="0">
          <a:gsLst>
            <a:gs pos="0">
              <a:schemeClr val="accent2">
                <a:hueOff val="5872922"/>
                <a:satOff val="-12471"/>
                <a:lumOff val="-204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872922"/>
                <a:satOff val="-12471"/>
                <a:lumOff val="-204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872922"/>
                <a:satOff val="-12471"/>
                <a:lumOff val="-204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0" kern="1200" dirty="0"/>
            <a:t> Real-time training visualization</a:t>
          </a:r>
        </a:p>
      </dsp:txBody>
      <dsp:txXfrm>
        <a:off x="1836519" y="2572992"/>
        <a:ext cx="3339126" cy="2003476"/>
      </dsp:txXfrm>
    </dsp:sp>
    <dsp:sp modelId="{4B79A98B-8EE4-4944-9146-646568EEF187}">
      <dsp:nvSpPr>
        <dsp:cNvPr id="0" name=""/>
        <dsp:cNvSpPr/>
      </dsp:nvSpPr>
      <dsp:spPr>
        <a:xfrm>
          <a:off x="5509559" y="2572992"/>
          <a:ext cx="3339126" cy="2003476"/>
        </a:xfrm>
        <a:prstGeom prst="rect">
          <a:avLst/>
        </a:prstGeom>
        <a:gradFill rotWithShape="0">
          <a:gsLst>
            <a:gs pos="0">
              <a:schemeClr val="accent2">
                <a:hueOff val="7830562"/>
                <a:satOff val="-16628"/>
                <a:lumOff val="-27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7830562"/>
                <a:satOff val="-16628"/>
                <a:lumOff val="-27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7830562"/>
                <a:satOff val="-16628"/>
                <a:lumOff val="-27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 dirty="0"/>
            <a:t>No handcrafted features - pure image-based learning</a:t>
          </a:r>
        </a:p>
      </dsp:txBody>
      <dsp:txXfrm>
        <a:off x="5509559" y="2572992"/>
        <a:ext cx="3339126" cy="20034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E7831-B4F7-47BD-B0F4-AC701D59BB99}">
      <dsp:nvSpPr>
        <dsp:cNvPr id="0" name=""/>
        <dsp:cNvSpPr/>
      </dsp:nvSpPr>
      <dsp:spPr>
        <a:xfrm>
          <a:off x="0" y="0"/>
          <a:ext cx="6840960" cy="21550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0" u="sng" kern="1200" dirty="0"/>
            <a:t>TECH STACK</a:t>
          </a:r>
          <a:endParaRPr lang="en-IN" sz="2900" u="sng" kern="1200" dirty="0"/>
        </a:p>
      </dsp:txBody>
      <dsp:txXfrm>
        <a:off x="0" y="0"/>
        <a:ext cx="6840960" cy="646524"/>
      </dsp:txXfrm>
    </dsp:sp>
    <dsp:sp modelId="{A1DEF0A4-752E-45AE-9331-25B08C8342B3}">
      <dsp:nvSpPr>
        <dsp:cNvPr id="0" name=""/>
        <dsp:cNvSpPr/>
      </dsp:nvSpPr>
      <dsp:spPr>
        <a:xfrm>
          <a:off x="687439" y="646577"/>
          <a:ext cx="5472768" cy="3139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/>
            <a:t>Python</a:t>
          </a:r>
        </a:p>
      </dsp:txBody>
      <dsp:txXfrm>
        <a:off x="696634" y="655772"/>
        <a:ext cx="5454378" cy="295559"/>
      </dsp:txXfrm>
    </dsp:sp>
    <dsp:sp modelId="{D15E7927-6B18-4F47-8795-1C9A15916913}">
      <dsp:nvSpPr>
        <dsp:cNvPr id="0" name=""/>
        <dsp:cNvSpPr/>
      </dsp:nvSpPr>
      <dsp:spPr>
        <a:xfrm>
          <a:off x="687439" y="1008827"/>
          <a:ext cx="5472768" cy="313949"/>
        </a:xfrm>
        <a:prstGeom prst="roundRect">
          <a:avLst>
            <a:gd name="adj" fmla="val 10000"/>
          </a:avLst>
        </a:prstGeom>
        <a:solidFill>
          <a:schemeClr val="accent2">
            <a:hueOff val="2610187"/>
            <a:satOff val="-5543"/>
            <a:lumOff val="-90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 err="1"/>
            <a:t>PyTorch</a:t>
          </a:r>
          <a:endParaRPr lang="en-IN" sz="2400" b="0" kern="1200" dirty="0"/>
        </a:p>
      </dsp:txBody>
      <dsp:txXfrm>
        <a:off x="696634" y="1018022"/>
        <a:ext cx="5454378" cy="295559"/>
      </dsp:txXfrm>
    </dsp:sp>
    <dsp:sp modelId="{978B007D-D211-4D12-B75D-6E5A9F102CD2}">
      <dsp:nvSpPr>
        <dsp:cNvPr id="0" name=""/>
        <dsp:cNvSpPr/>
      </dsp:nvSpPr>
      <dsp:spPr>
        <a:xfrm>
          <a:off x="687439" y="1371076"/>
          <a:ext cx="5472768" cy="313949"/>
        </a:xfrm>
        <a:prstGeom prst="roundRect">
          <a:avLst>
            <a:gd name="adj" fmla="val 10000"/>
          </a:avLst>
        </a:prstGeom>
        <a:solidFill>
          <a:schemeClr val="accent2">
            <a:hueOff val="5220375"/>
            <a:satOff val="-11085"/>
            <a:lumOff val="-1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/>
            <a:t>PyGame</a:t>
          </a:r>
        </a:p>
      </dsp:txBody>
      <dsp:txXfrm>
        <a:off x="696634" y="1380271"/>
        <a:ext cx="5454378" cy="295559"/>
      </dsp:txXfrm>
    </dsp:sp>
    <dsp:sp modelId="{5B585E54-2BD1-43C8-B237-3BAB7EFA8838}">
      <dsp:nvSpPr>
        <dsp:cNvPr id="0" name=""/>
        <dsp:cNvSpPr/>
      </dsp:nvSpPr>
      <dsp:spPr>
        <a:xfrm>
          <a:off x="687439" y="1733326"/>
          <a:ext cx="5472768" cy="313949"/>
        </a:xfrm>
        <a:prstGeom prst="roundRect">
          <a:avLst>
            <a:gd name="adj" fmla="val 10000"/>
          </a:avLst>
        </a:prstGeom>
        <a:solidFill>
          <a:schemeClr val="accent2">
            <a:hueOff val="7830562"/>
            <a:satOff val="-16628"/>
            <a:lumOff val="-2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/>
            <a:t>NumPy</a:t>
          </a:r>
        </a:p>
      </dsp:txBody>
      <dsp:txXfrm>
        <a:off x="696634" y="1742521"/>
        <a:ext cx="5454378" cy="2955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F03FB-01CA-47CA-9633-90CEB66DC67D}">
      <dsp:nvSpPr>
        <dsp:cNvPr id="0" name=""/>
        <dsp:cNvSpPr/>
      </dsp:nvSpPr>
      <dsp:spPr>
        <a:xfrm>
          <a:off x="0" y="353498"/>
          <a:ext cx="722430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3D1B9-EE1D-42BC-BDD6-41F48DC8140B}">
      <dsp:nvSpPr>
        <dsp:cNvPr id="0" name=""/>
        <dsp:cNvSpPr/>
      </dsp:nvSpPr>
      <dsp:spPr>
        <a:xfrm>
          <a:off x="361215" y="87818"/>
          <a:ext cx="5057011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143" tIns="0" rIns="19114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1. Environment - Custom Pacman game</a:t>
          </a:r>
        </a:p>
      </dsp:txBody>
      <dsp:txXfrm>
        <a:off x="387154" y="113757"/>
        <a:ext cx="5005133" cy="479482"/>
      </dsp:txXfrm>
    </dsp:sp>
    <dsp:sp modelId="{EAC2E11E-45A5-4E6B-8136-06C8539AAB0D}">
      <dsp:nvSpPr>
        <dsp:cNvPr id="0" name=""/>
        <dsp:cNvSpPr/>
      </dsp:nvSpPr>
      <dsp:spPr>
        <a:xfrm>
          <a:off x="0" y="1169978"/>
          <a:ext cx="722430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957641"/>
              <a:satOff val="-4157"/>
              <a:lumOff val="-68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115C61-5A33-4EAC-870D-A7798C710682}">
      <dsp:nvSpPr>
        <dsp:cNvPr id="0" name=""/>
        <dsp:cNvSpPr/>
      </dsp:nvSpPr>
      <dsp:spPr>
        <a:xfrm>
          <a:off x="361215" y="904298"/>
          <a:ext cx="5057011" cy="531360"/>
        </a:xfrm>
        <a:prstGeom prst="roundRect">
          <a:avLst/>
        </a:prstGeom>
        <a:solidFill>
          <a:schemeClr val="accent2">
            <a:hueOff val="1957641"/>
            <a:satOff val="-4157"/>
            <a:lumOff val="-68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143" tIns="0" rIns="19114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2. State Representation - RGB image grids</a:t>
          </a:r>
        </a:p>
      </dsp:txBody>
      <dsp:txXfrm>
        <a:off x="387154" y="930237"/>
        <a:ext cx="5005133" cy="479482"/>
      </dsp:txXfrm>
    </dsp:sp>
    <dsp:sp modelId="{237D9A22-26E5-4B9E-926C-98D3A0DDDC40}">
      <dsp:nvSpPr>
        <dsp:cNvPr id="0" name=""/>
        <dsp:cNvSpPr/>
      </dsp:nvSpPr>
      <dsp:spPr>
        <a:xfrm>
          <a:off x="0" y="1986458"/>
          <a:ext cx="722430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915281"/>
              <a:satOff val="-8314"/>
              <a:lumOff val="-136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C9104-3D9B-412D-BAE4-7F3678F4CDB0}">
      <dsp:nvSpPr>
        <dsp:cNvPr id="0" name=""/>
        <dsp:cNvSpPr/>
      </dsp:nvSpPr>
      <dsp:spPr>
        <a:xfrm>
          <a:off x="361215" y="1720779"/>
          <a:ext cx="5057011" cy="531360"/>
        </a:xfrm>
        <a:prstGeom prst="roundRect">
          <a:avLst/>
        </a:prstGeom>
        <a:solidFill>
          <a:schemeClr val="accent2">
            <a:hueOff val="3915281"/>
            <a:satOff val="-8314"/>
            <a:lumOff val="-13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143" tIns="0" rIns="19114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3. CNN Model - Feature extraction</a:t>
          </a:r>
        </a:p>
      </dsp:txBody>
      <dsp:txXfrm>
        <a:off x="387154" y="1746718"/>
        <a:ext cx="5005133" cy="479482"/>
      </dsp:txXfrm>
    </dsp:sp>
    <dsp:sp modelId="{7AF6F62F-E04D-4E75-9589-4F9B2E801137}">
      <dsp:nvSpPr>
        <dsp:cNvPr id="0" name=""/>
        <dsp:cNvSpPr/>
      </dsp:nvSpPr>
      <dsp:spPr>
        <a:xfrm>
          <a:off x="0" y="2802939"/>
          <a:ext cx="722430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872922"/>
              <a:satOff val="-12471"/>
              <a:lumOff val="-204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E9ABD6-9273-4FEA-BD53-ED0275D4C055}">
      <dsp:nvSpPr>
        <dsp:cNvPr id="0" name=""/>
        <dsp:cNvSpPr/>
      </dsp:nvSpPr>
      <dsp:spPr>
        <a:xfrm>
          <a:off x="361215" y="2537259"/>
          <a:ext cx="5057011" cy="531360"/>
        </a:xfrm>
        <a:prstGeom prst="roundRect">
          <a:avLst/>
        </a:prstGeom>
        <a:solidFill>
          <a:schemeClr val="accent2">
            <a:hueOff val="5872922"/>
            <a:satOff val="-12471"/>
            <a:lumOff val="-204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143" tIns="0" rIns="19114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kern="1200"/>
            <a:t>4. DQN Agent - Q-value approximation</a:t>
          </a:r>
        </a:p>
      </dsp:txBody>
      <dsp:txXfrm>
        <a:off x="387154" y="2563198"/>
        <a:ext cx="5005133" cy="479482"/>
      </dsp:txXfrm>
    </dsp:sp>
    <dsp:sp modelId="{DDA5B0A5-0805-41E1-8E48-120BB5453C2C}">
      <dsp:nvSpPr>
        <dsp:cNvPr id="0" name=""/>
        <dsp:cNvSpPr/>
      </dsp:nvSpPr>
      <dsp:spPr>
        <a:xfrm>
          <a:off x="0" y="3619419"/>
          <a:ext cx="722430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7830562"/>
              <a:satOff val="-16628"/>
              <a:lumOff val="-272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7E4DB7-FF1E-4802-95FD-33C5939637CB}">
      <dsp:nvSpPr>
        <dsp:cNvPr id="0" name=""/>
        <dsp:cNvSpPr/>
      </dsp:nvSpPr>
      <dsp:spPr>
        <a:xfrm>
          <a:off x="361215" y="3353739"/>
          <a:ext cx="5057011" cy="531360"/>
        </a:xfrm>
        <a:prstGeom prst="roundRect">
          <a:avLst/>
        </a:prstGeom>
        <a:solidFill>
          <a:schemeClr val="accent2">
            <a:hueOff val="7830562"/>
            <a:satOff val="-16628"/>
            <a:lumOff val="-2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143" tIns="0" rIns="19114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5. Training Loop - Experience replay + </a:t>
          </a:r>
          <a:r>
            <a:rPr lang="en-US" sz="1800" b="0" kern="1200"/>
            <a:t>Target networks</a:t>
          </a:r>
          <a:endParaRPr lang="en-US" sz="1800" b="0" kern="1200" dirty="0"/>
        </a:p>
      </dsp:txBody>
      <dsp:txXfrm>
        <a:off x="387154" y="3379678"/>
        <a:ext cx="5005133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89E14-2B35-4E33-BD9A-CFBD5EC185E4}">
      <dsp:nvSpPr>
        <dsp:cNvPr id="0" name=""/>
        <dsp:cNvSpPr/>
      </dsp:nvSpPr>
      <dsp:spPr>
        <a:xfrm>
          <a:off x="0" y="3209703"/>
          <a:ext cx="7068319" cy="7022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Reward System:</a:t>
          </a:r>
        </a:p>
      </dsp:txBody>
      <dsp:txXfrm>
        <a:off x="0" y="3209703"/>
        <a:ext cx="7068319" cy="379190"/>
      </dsp:txXfrm>
    </dsp:sp>
    <dsp:sp modelId="{E81ADEFA-A61A-48EF-8224-EAC855CD91ED}">
      <dsp:nvSpPr>
        <dsp:cNvPr id="0" name=""/>
        <dsp:cNvSpPr/>
      </dsp:nvSpPr>
      <dsp:spPr>
        <a:xfrm>
          <a:off x="0" y="3574850"/>
          <a:ext cx="1767079" cy="32301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 - Food: +10</a:t>
          </a:r>
          <a:endParaRPr lang="en-IN" sz="1400" kern="1200" dirty="0"/>
        </a:p>
      </dsp:txBody>
      <dsp:txXfrm>
        <a:off x="0" y="3574850"/>
        <a:ext cx="1767079" cy="323014"/>
      </dsp:txXfrm>
    </dsp:sp>
    <dsp:sp modelId="{688F721F-0F11-4AFE-B66E-F819049FC911}">
      <dsp:nvSpPr>
        <dsp:cNvPr id="0" name=""/>
        <dsp:cNvSpPr/>
      </dsp:nvSpPr>
      <dsp:spPr>
        <a:xfrm>
          <a:off x="1767079" y="3574850"/>
          <a:ext cx="1767079" cy="323014"/>
        </a:xfrm>
        <a:prstGeom prst="rect">
          <a:avLst/>
        </a:prstGeom>
        <a:solidFill>
          <a:schemeClr val="accent2">
            <a:tint val="40000"/>
            <a:alpha val="90000"/>
            <a:hueOff val="983468"/>
            <a:satOff val="-5710"/>
            <a:lumOff val="-7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3468"/>
              <a:satOff val="-5710"/>
              <a:lumOff val="-7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 - Ghost collision: -50</a:t>
          </a:r>
          <a:endParaRPr lang="en-IN" sz="1400" kern="1200" dirty="0"/>
        </a:p>
      </dsp:txBody>
      <dsp:txXfrm>
        <a:off x="1767079" y="3574850"/>
        <a:ext cx="1767079" cy="323014"/>
      </dsp:txXfrm>
    </dsp:sp>
    <dsp:sp modelId="{5B240CDC-0809-4E55-828B-C2B9CA423A4E}">
      <dsp:nvSpPr>
        <dsp:cNvPr id="0" name=""/>
        <dsp:cNvSpPr/>
      </dsp:nvSpPr>
      <dsp:spPr>
        <a:xfrm>
          <a:off x="3534159" y="3574850"/>
          <a:ext cx="1767079" cy="323014"/>
        </a:xfrm>
        <a:prstGeom prst="rect">
          <a:avLst/>
        </a:prstGeom>
        <a:solidFill>
          <a:schemeClr val="accent2">
            <a:tint val="40000"/>
            <a:alpha val="90000"/>
            <a:hueOff val="1966936"/>
            <a:satOff val="-11419"/>
            <a:lumOff val="-15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66936"/>
              <a:satOff val="-11419"/>
              <a:lumOff val="-15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 - Step penalty: -0.1</a:t>
          </a:r>
        </a:p>
      </dsp:txBody>
      <dsp:txXfrm>
        <a:off x="3534159" y="3574850"/>
        <a:ext cx="1767079" cy="323014"/>
      </dsp:txXfrm>
    </dsp:sp>
    <dsp:sp modelId="{D8C9AC48-1274-4E18-9A9F-9E5BD58FB3B7}">
      <dsp:nvSpPr>
        <dsp:cNvPr id="0" name=""/>
        <dsp:cNvSpPr/>
      </dsp:nvSpPr>
      <dsp:spPr>
        <a:xfrm>
          <a:off x="5301239" y="3574850"/>
          <a:ext cx="1767079" cy="323014"/>
        </a:xfrm>
        <a:prstGeom prst="rect">
          <a:avLst/>
        </a:prstGeom>
        <a:solidFill>
          <a:schemeClr val="accent2">
            <a:tint val="40000"/>
            <a:alpha val="90000"/>
            <a:hueOff val="2950404"/>
            <a:satOff val="-17129"/>
            <a:lumOff val="-226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950404"/>
              <a:satOff val="-17129"/>
              <a:lumOff val="-22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 - Win: +100</a:t>
          </a:r>
          <a:endParaRPr lang="en-IN" sz="1400" kern="1200" dirty="0"/>
        </a:p>
      </dsp:txBody>
      <dsp:txXfrm>
        <a:off x="5301239" y="3574850"/>
        <a:ext cx="1767079" cy="323014"/>
      </dsp:txXfrm>
    </dsp:sp>
    <dsp:sp modelId="{FB63AD34-CB4C-4E99-A60D-901AB945B6CE}">
      <dsp:nvSpPr>
        <dsp:cNvPr id="0" name=""/>
        <dsp:cNvSpPr/>
      </dsp:nvSpPr>
      <dsp:spPr>
        <a:xfrm rot="10800000">
          <a:off x="0" y="2140246"/>
          <a:ext cx="7068319" cy="1079990"/>
        </a:xfrm>
        <a:prstGeom prst="upArrowCallout">
          <a:avLst/>
        </a:prstGeom>
        <a:solidFill>
          <a:schemeClr val="accent2">
            <a:hueOff val="2610187"/>
            <a:satOff val="-5543"/>
            <a:lumOff val="-90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Actions:</a:t>
          </a:r>
          <a:endParaRPr lang="en-IN" sz="1400" kern="1200" dirty="0"/>
        </a:p>
      </dsp:txBody>
      <dsp:txXfrm rot="-10800000">
        <a:off x="0" y="2140246"/>
        <a:ext cx="7068319" cy="379076"/>
      </dsp:txXfrm>
    </dsp:sp>
    <dsp:sp modelId="{E13E00CA-F997-4ACA-9F61-3D905BA75F45}">
      <dsp:nvSpPr>
        <dsp:cNvPr id="0" name=""/>
        <dsp:cNvSpPr/>
      </dsp:nvSpPr>
      <dsp:spPr>
        <a:xfrm>
          <a:off x="862" y="2519322"/>
          <a:ext cx="1413318" cy="322917"/>
        </a:xfrm>
        <a:prstGeom prst="rect">
          <a:avLst/>
        </a:prstGeom>
        <a:solidFill>
          <a:schemeClr val="accent2">
            <a:tint val="40000"/>
            <a:alpha val="90000"/>
            <a:hueOff val="3933872"/>
            <a:satOff val="-22838"/>
            <a:lumOff val="-302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933872"/>
              <a:satOff val="-22838"/>
              <a:lumOff val="-30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Up</a:t>
          </a:r>
          <a:endParaRPr lang="en-IN" sz="1400" kern="1200" dirty="0"/>
        </a:p>
      </dsp:txBody>
      <dsp:txXfrm>
        <a:off x="862" y="2519322"/>
        <a:ext cx="1413318" cy="322917"/>
      </dsp:txXfrm>
    </dsp:sp>
    <dsp:sp modelId="{3A17C418-8023-494A-B0CE-7E2B726B4048}">
      <dsp:nvSpPr>
        <dsp:cNvPr id="0" name=""/>
        <dsp:cNvSpPr/>
      </dsp:nvSpPr>
      <dsp:spPr>
        <a:xfrm>
          <a:off x="1414181" y="2519322"/>
          <a:ext cx="1413318" cy="322917"/>
        </a:xfrm>
        <a:prstGeom prst="rect">
          <a:avLst/>
        </a:prstGeom>
        <a:solidFill>
          <a:schemeClr val="accent2">
            <a:tint val="40000"/>
            <a:alpha val="90000"/>
            <a:hueOff val="4917339"/>
            <a:satOff val="-28548"/>
            <a:lumOff val="-377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917339"/>
              <a:satOff val="-28548"/>
              <a:lumOff val="-3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Down</a:t>
          </a:r>
          <a:endParaRPr lang="en-IN" sz="1400" kern="1200" dirty="0"/>
        </a:p>
      </dsp:txBody>
      <dsp:txXfrm>
        <a:off x="1414181" y="2519322"/>
        <a:ext cx="1413318" cy="322917"/>
      </dsp:txXfrm>
    </dsp:sp>
    <dsp:sp modelId="{044A6E7A-ED86-4833-9909-E34915DC9226}">
      <dsp:nvSpPr>
        <dsp:cNvPr id="0" name=""/>
        <dsp:cNvSpPr/>
      </dsp:nvSpPr>
      <dsp:spPr>
        <a:xfrm>
          <a:off x="2827500" y="2519322"/>
          <a:ext cx="1413318" cy="322917"/>
        </a:xfrm>
        <a:prstGeom prst="rect">
          <a:avLst/>
        </a:prstGeom>
        <a:solidFill>
          <a:schemeClr val="accent2">
            <a:tint val="40000"/>
            <a:alpha val="90000"/>
            <a:hueOff val="5900808"/>
            <a:satOff val="-34258"/>
            <a:lumOff val="-453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900808"/>
              <a:satOff val="-34258"/>
              <a:lumOff val="-45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Left</a:t>
          </a:r>
          <a:endParaRPr lang="en-IN" sz="1400" kern="1200" dirty="0"/>
        </a:p>
      </dsp:txBody>
      <dsp:txXfrm>
        <a:off x="2827500" y="2519322"/>
        <a:ext cx="1413318" cy="322917"/>
      </dsp:txXfrm>
    </dsp:sp>
    <dsp:sp modelId="{7B28A840-2852-413F-92EC-90ABE7DCAEBB}">
      <dsp:nvSpPr>
        <dsp:cNvPr id="0" name=""/>
        <dsp:cNvSpPr/>
      </dsp:nvSpPr>
      <dsp:spPr>
        <a:xfrm>
          <a:off x="4240818" y="2519322"/>
          <a:ext cx="1413318" cy="322917"/>
        </a:xfrm>
        <a:prstGeom prst="rect">
          <a:avLst/>
        </a:prstGeom>
        <a:solidFill>
          <a:schemeClr val="accent2">
            <a:tint val="40000"/>
            <a:alpha val="90000"/>
            <a:hueOff val="6884276"/>
            <a:satOff val="-39967"/>
            <a:lumOff val="-529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884276"/>
              <a:satOff val="-39967"/>
              <a:lumOff val="-52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Right</a:t>
          </a:r>
          <a:endParaRPr lang="en-IN" sz="1400" kern="1200" dirty="0"/>
        </a:p>
      </dsp:txBody>
      <dsp:txXfrm>
        <a:off x="4240818" y="2519322"/>
        <a:ext cx="1413318" cy="322917"/>
      </dsp:txXfrm>
    </dsp:sp>
    <dsp:sp modelId="{B1345B4B-5DBD-416A-94BC-75923D65C2BF}">
      <dsp:nvSpPr>
        <dsp:cNvPr id="0" name=""/>
        <dsp:cNvSpPr/>
      </dsp:nvSpPr>
      <dsp:spPr>
        <a:xfrm>
          <a:off x="5654137" y="2519322"/>
          <a:ext cx="1413318" cy="322917"/>
        </a:xfrm>
        <a:prstGeom prst="rect">
          <a:avLst/>
        </a:prstGeom>
        <a:solidFill>
          <a:schemeClr val="accent2">
            <a:tint val="40000"/>
            <a:alpha val="90000"/>
            <a:hueOff val="7867744"/>
            <a:satOff val="-45677"/>
            <a:lumOff val="-604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867744"/>
              <a:satOff val="-45677"/>
              <a:lumOff val="-60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Stop</a:t>
          </a:r>
          <a:endParaRPr lang="en-IN" sz="1400" kern="1200" dirty="0"/>
        </a:p>
      </dsp:txBody>
      <dsp:txXfrm>
        <a:off x="5654137" y="2519322"/>
        <a:ext cx="1413318" cy="322917"/>
      </dsp:txXfrm>
    </dsp:sp>
    <dsp:sp modelId="{0805F70A-EDF6-4FB3-BA65-95A1F0F6265E}">
      <dsp:nvSpPr>
        <dsp:cNvPr id="0" name=""/>
        <dsp:cNvSpPr/>
      </dsp:nvSpPr>
      <dsp:spPr>
        <a:xfrm rot="10800000">
          <a:off x="0" y="1070788"/>
          <a:ext cx="7068319" cy="1079990"/>
        </a:xfrm>
        <a:prstGeom prst="upArrowCallout">
          <a:avLst/>
        </a:prstGeom>
        <a:solidFill>
          <a:schemeClr val="accent2">
            <a:hueOff val="5220375"/>
            <a:satOff val="-11085"/>
            <a:lumOff val="-1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State: 15×15×3 RGB game grid</a:t>
          </a:r>
          <a:endParaRPr lang="en-IN" sz="1400" kern="1200" dirty="0"/>
        </a:p>
      </dsp:txBody>
      <dsp:txXfrm rot="10800000">
        <a:off x="0" y="1070788"/>
        <a:ext cx="7068319" cy="701745"/>
      </dsp:txXfrm>
    </dsp:sp>
    <dsp:sp modelId="{C03D9246-CE11-41CB-809B-2A7C8AC5679B}">
      <dsp:nvSpPr>
        <dsp:cNvPr id="0" name=""/>
        <dsp:cNvSpPr/>
      </dsp:nvSpPr>
      <dsp:spPr>
        <a:xfrm rot="10800000">
          <a:off x="0" y="1"/>
          <a:ext cx="7068319" cy="1079990"/>
        </a:xfrm>
        <a:prstGeom prst="upArrowCallout">
          <a:avLst/>
        </a:prstGeom>
        <a:solidFill>
          <a:schemeClr val="accent2">
            <a:hueOff val="7830562"/>
            <a:satOff val="-16628"/>
            <a:lumOff val="-2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REINFORCEMENT LEARNING APPROACH</a:t>
          </a:r>
        </a:p>
      </dsp:txBody>
      <dsp:txXfrm rot="10800000">
        <a:off x="0" y="1"/>
        <a:ext cx="7068319" cy="7017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F685C-4FAE-41A5-99AE-D447901D81B7}">
      <dsp:nvSpPr>
        <dsp:cNvPr id="0" name=""/>
        <dsp:cNvSpPr/>
      </dsp:nvSpPr>
      <dsp:spPr>
        <a:xfrm>
          <a:off x="0" y="3209703"/>
          <a:ext cx="7068319" cy="7022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/>
            <a:t>• Target network updates</a:t>
          </a:r>
        </a:p>
      </dsp:txBody>
      <dsp:txXfrm>
        <a:off x="0" y="3209703"/>
        <a:ext cx="7068319" cy="702204"/>
      </dsp:txXfrm>
    </dsp:sp>
    <dsp:sp modelId="{41465C1F-1F99-4E55-83F9-21F42FA885F5}">
      <dsp:nvSpPr>
        <dsp:cNvPr id="0" name=""/>
        <dsp:cNvSpPr/>
      </dsp:nvSpPr>
      <dsp:spPr>
        <a:xfrm rot="10800000">
          <a:off x="0" y="2140246"/>
          <a:ext cx="7068319" cy="1079990"/>
        </a:xfrm>
        <a:prstGeom prst="upArrowCallout">
          <a:avLst/>
        </a:prstGeom>
        <a:solidFill>
          <a:schemeClr val="accent2">
            <a:hueOff val="2610187"/>
            <a:satOff val="-5543"/>
            <a:lumOff val="-90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b="0" kern="1200"/>
            <a:t>• ε-</a:t>
          </a:r>
          <a:r>
            <a:rPr lang="en-IN" sz="2400" b="0" kern="1200"/>
            <a:t>greedy exploration (1.0 → 0.01)</a:t>
          </a:r>
        </a:p>
      </dsp:txBody>
      <dsp:txXfrm rot="10800000">
        <a:off x="0" y="2140246"/>
        <a:ext cx="7068319" cy="701745"/>
      </dsp:txXfrm>
    </dsp:sp>
    <dsp:sp modelId="{9C205C00-C4A4-48FB-946B-CD802E215030}">
      <dsp:nvSpPr>
        <dsp:cNvPr id="0" name=""/>
        <dsp:cNvSpPr/>
      </dsp:nvSpPr>
      <dsp:spPr>
        <a:xfrm rot="10800000">
          <a:off x="0" y="1070788"/>
          <a:ext cx="7068319" cy="1079990"/>
        </a:xfrm>
        <a:prstGeom prst="upArrowCallout">
          <a:avLst/>
        </a:prstGeom>
        <a:solidFill>
          <a:schemeClr val="accent2">
            <a:hueOff val="5220375"/>
            <a:satOff val="-11085"/>
            <a:lumOff val="-1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/>
            <a:t>• Experience replay (10,000 capacity)</a:t>
          </a:r>
        </a:p>
      </dsp:txBody>
      <dsp:txXfrm rot="10800000">
        <a:off x="0" y="1070788"/>
        <a:ext cx="7068319" cy="701745"/>
      </dsp:txXfrm>
    </dsp:sp>
    <dsp:sp modelId="{C03D9246-CE11-41CB-809B-2A7C8AC5679B}">
      <dsp:nvSpPr>
        <dsp:cNvPr id="0" name=""/>
        <dsp:cNvSpPr/>
      </dsp:nvSpPr>
      <dsp:spPr>
        <a:xfrm rot="10800000">
          <a:off x="0" y="1"/>
          <a:ext cx="7068319" cy="1079990"/>
        </a:xfrm>
        <a:prstGeom prst="upArrowCallout">
          <a:avLst/>
        </a:prstGeom>
        <a:solidFill>
          <a:schemeClr val="accent2">
            <a:hueOff val="7830562"/>
            <a:satOff val="-16628"/>
            <a:lumOff val="-2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b="0" kern="1200" dirty="0"/>
            <a:t>CNN with 3 convolutional layers</a:t>
          </a:r>
          <a:endParaRPr lang="en-IN" sz="1400" kern="1200" dirty="0"/>
        </a:p>
      </dsp:txBody>
      <dsp:txXfrm rot="10800000">
        <a:off x="0" y="1"/>
        <a:ext cx="7068319" cy="7017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035F0-D44A-433D-87E7-0D321FC5D049}">
      <dsp:nvSpPr>
        <dsp:cNvPr id="0" name=""/>
        <dsp:cNvSpPr/>
      </dsp:nvSpPr>
      <dsp:spPr>
        <a:xfrm>
          <a:off x="0" y="3209703"/>
          <a:ext cx="7068319" cy="7022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/>
            <a:t>• Episode 400: Consistent scores 58-60</a:t>
          </a:r>
        </a:p>
      </dsp:txBody>
      <dsp:txXfrm>
        <a:off x="0" y="3209703"/>
        <a:ext cx="7068319" cy="702204"/>
      </dsp:txXfrm>
    </dsp:sp>
    <dsp:sp modelId="{3F2C2CB5-F297-4C34-9432-817A5FDF54DA}">
      <dsp:nvSpPr>
        <dsp:cNvPr id="0" name=""/>
        <dsp:cNvSpPr/>
      </dsp:nvSpPr>
      <dsp:spPr>
        <a:xfrm rot="10800000">
          <a:off x="0" y="2140246"/>
          <a:ext cx="7068319" cy="1079990"/>
        </a:xfrm>
        <a:prstGeom prst="upArrowCallout">
          <a:avLst/>
        </a:prstGeom>
        <a:solidFill>
          <a:schemeClr val="accent2">
            <a:hueOff val="2610187"/>
            <a:satOff val="-5543"/>
            <a:lumOff val="-90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/>
            <a:t>• Episode 100: Score = 32 (620% improvement)</a:t>
          </a:r>
        </a:p>
      </dsp:txBody>
      <dsp:txXfrm rot="10800000">
        <a:off x="0" y="2140246"/>
        <a:ext cx="7068319" cy="701745"/>
      </dsp:txXfrm>
    </dsp:sp>
    <dsp:sp modelId="{573B37B0-D4FF-4117-A130-713F284AAA2D}">
      <dsp:nvSpPr>
        <dsp:cNvPr id="0" name=""/>
        <dsp:cNvSpPr/>
      </dsp:nvSpPr>
      <dsp:spPr>
        <a:xfrm rot="10800000">
          <a:off x="0" y="1070788"/>
          <a:ext cx="7068319" cy="1079990"/>
        </a:xfrm>
        <a:prstGeom prst="upArrowCallout">
          <a:avLst/>
        </a:prstGeom>
        <a:solidFill>
          <a:schemeClr val="accent2">
            <a:hueOff val="5220375"/>
            <a:satOff val="-11085"/>
            <a:lumOff val="-1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/>
            <a:t>• Episode 0: Score = -52(Random)</a:t>
          </a:r>
        </a:p>
      </dsp:txBody>
      <dsp:txXfrm rot="10800000">
        <a:off x="0" y="1070788"/>
        <a:ext cx="7068319" cy="701745"/>
      </dsp:txXfrm>
    </dsp:sp>
    <dsp:sp modelId="{C03D9246-CE11-41CB-809B-2A7C8AC5679B}">
      <dsp:nvSpPr>
        <dsp:cNvPr id="0" name=""/>
        <dsp:cNvSpPr/>
      </dsp:nvSpPr>
      <dsp:spPr>
        <a:xfrm rot="10800000">
          <a:off x="0" y="1"/>
          <a:ext cx="7068319" cy="1079990"/>
        </a:xfrm>
        <a:prstGeom prst="upArrowCallout">
          <a:avLst/>
        </a:prstGeom>
        <a:solidFill>
          <a:schemeClr val="accent2">
            <a:hueOff val="7830562"/>
            <a:satOff val="-16628"/>
            <a:lumOff val="-2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b="0" kern="1200" dirty="0"/>
            <a:t>TRAINING PROGRESS:</a:t>
          </a:r>
          <a:endParaRPr lang="en-IN" sz="1400" kern="1200" dirty="0"/>
        </a:p>
      </dsp:txBody>
      <dsp:txXfrm rot="10800000">
        <a:off x="0" y="1"/>
        <a:ext cx="7068319" cy="7017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Game playing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Game playing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Game playing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Game playing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Game playing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Game playing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Game playing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Game playing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Game playing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Game playing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ttms.com/8-essential-adobe-experience-manager-aem-features-and-capabilities-you-need-to-know/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s221.stanford.edu/" TargetMode="External"/><Relationship Id="rId2" Type="http://schemas.openxmlformats.org/officeDocument/2006/relationships/hyperlink" Target="https://cs221stanford.edu/" TargetMode="Externa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cs229.stanford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593" y="1819840"/>
            <a:ext cx="3482181" cy="1129092"/>
          </a:xfrm>
        </p:spPr>
        <p:txBody>
          <a:bodyPr/>
          <a:lstStyle/>
          <a:p>
            <a:pPr latinLnBrk="1"/>
            <a:r>
              <a:rPr lang="en-IN" sz="2400" b="1" u="sng" dirty="0"/>
              <a:t>Game playing Agent</a:t>
            </a:r>
            <a:br>
              <a:rPr lang="en-IN" sz="1500" dirty="0"/>
            </a:br>
            <a:br>
              <a:rPr lang="en-IN" sz="1500" dirty="0"/>
            </a:br>
            <a:endParaRPr lang="en-IN" sz="1500" dirty="0"/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A19A6DDD-C216-2AAD-4F19-4A7B5929202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483" t="12046" r="9213" b="7982"/>
          <a:stretch>
            <a:fillRect/>
          </a:stretch>
        </p:blipFill>
        <p:spPr>
          <a:xfrm>
            <a:off x="7118430" y="1406013"/>
            <a:ext cx="3962977" cy="3941491"/>
          </a:xfrm>
        </p:spPr>
      </p:pic>
      <p:pic>
        <p:nvPicPr>
          <p:cNvPr id="1028" name="Picture 4" descr="NIT PATNA">
            <a:extLst>
              <a:ext uri="{FF2B5EF4-FFF2-40B4-BE49-F238E27FC236}">
                <a16:creationId xmlns:a16="http://schemas.microsoft.com/office/drawing/2014/main" id="{CA181C4D-B9BA-3510-6D07-F18783FB8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244" y="115015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22">
            <a:extLst>
              <a:ext uri="{FF2B5EF4-FFF2-40B4-BE49-F238E27FC236}">
                <a16:creationId xmlns:a16="http://schemas.microsoft.com/office/drawing/2014/main" id="{3DBA1E41-73F8-9D41-3203-8C51911237BC}"/>
              </a:ext>
            </a:extLst>
          </p:cNvPr>
          <p:cNvSpPr txBox="1">
            <a:spLocks/>
          </p:cNvSpPr>
          <p:nvPr/>
        </p:nvSpPr>
        <p:spPr>
          <a:xfrm>
            <a:off x="983325" y="2384386"/>
            <a:ext cx="5776290" cy="3333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/>
            <a: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  <a:t>Team Members:</a:t>
            </a:r>
            <a:b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  <a:t>- Prashant Kumar Mishra (2447021)</a:t>
            </a:r>
            <a:b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  <a:t>- Rishi Kumar (2447031) </a:t>
            </a:r>
            <a:b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  <a:t>- Satyam Bhardwaj (2447051)</a:t>
            </a:r>
            <a:b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  <a:t>Subject :Artificial Intelligence</a:t>
            </a:r>
            <a:b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  <a:t>Course: 3</a:t>
            </a:r>
            <a:r>
              <a:rPr lang="en-IN" sz="2400" baseline="30000" dirty="0">
                <a:latin typeface="Aparajita" panose="02020603050405020304" pitchFamily="18" charset="0"/>
                <a:cs typeface="Aparajita" panose="02020603050405020304" pitchFamily="18" charset="0"/>
              </a:rPr>
              <a:t>rd</a:t>
            </a:r>
            <a: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  <a:t> semester MCA (AI &amp; IoT) NIT Patna</a:t>
            </a:r>
          </a:p>
          <a:p>
            <a:pPr latinLnBrk="1"/>
            <a:endParaRPr lang="en-IN" sz="2400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latinLnBrk="1"/>
            <a:endParaRPr lang="en-IN" sz="24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3421-27E8-64F7-C72E-A20B3B5B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446286"/>
            <a:ext cx="9912096" cy="1014984"/>
          </a:xfrm>
        </p:spPr>
        <p:txBody>
          <a:bodyPr/>
          <a:lstStyle/>
          <a:p>
            <a:pPr latinLnBrk="1"/>
            <a:r>
              <a:rPr lang="en-IN" dirty="0"/>
              <a:t>PROJECT OBJECTIVES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B92BE4-4ECF-AA5A-EBFA-AC2DBA93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E3B97B2-F540-9F02-5569-597A7E7B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Game playing</a:t>
            </a:r>
          </a:p>
        </p:txBody>
      </p:sp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363BC958-1666-F15C-354D-3C3DD63933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391032"/>
              </p:ext>
            </p:extLst>
          </p:nvPr>
        </p:nvGraphicFramePr>
        <p:xfrm>
          <a:off x="838200" y="1421581"/>
          <a:ext cx="10685206" cy="4812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0" y="818388"/>
            <a:ext cx="6872819" cy="170992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latinLnBrk="1"/>
            <a:r>
              <a:rPr lang="en-IN" sz="4800" b="1" u="sng" dirty="0"/>
              <a:t>KEY FEATURES: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2EA7-7448-EA7A-DE1C-33CD1331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299" y="1707077"/>
            <a:ext cx="6872820" cy="1800090"/>
          </a:xfr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971550" lvl="1" indent="-285750" latinLnBrk="1"/>
            <a:r>
              <a:rPr lang="en-IN" sz="2400" dirty="0"/>
              <a:t> Pacman vs Adversarial Ghosts</a:t>
            </a:r>
          </a:p>
          <a:p>
            <a:pPr marL="971550" lvl="1" indent="-285750" latinLnBrk="1"/>
            <a:r>
              <a:rPr lang="en-IN" sz="2400" dirty="0"/>
              <a:t> CNN + DQN Architecture  </a:t>
            </a:r>
          </a:p>
          <a:p>
            <a:pPr marL="971550" lvl="1" indent="-285750" latinLnBrk="1"/>
            <a:r>
              <a:rPr lang="en-IN" sz="2400" dirty="0"/>
              <a:t> PyGame Visualization</a:t>
            </a:r>
          </a:p>
          <a:p>
            <a:pPr marL="971550" lvl="1" indent="-285750" latinLnBrk="1"/>
            <a:r>
              <a:rPr lang="en-IN" sz="2400" dirty="0"/>
              <a:t> Experience Replay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814E97-AF39-125E-0B54-4E4128D34B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6872" r="38670" b="-7852"/>
          <a:stretch>
            <a:fillRect/>
          </a:stretch>
        </p:blipFill>
        <p:spPr>
          <a:xfrm>
            <a:off x="8296656" y="0"/>
            <a:ext cx="3895344" cy="6858000"/>
          </a:xfr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181E374-6D2C-8F99-8DC5-50294DBC4D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506079"/>
              </p:ext>
            </p:extLst>
          </p:nvPr>
        </p:nvGraphicFramePr>
        <p:xfrm>
          <a:off x="687471" y="3606620"/>
          <a:ext cx="6847648" cy="215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35DEC17-7793-A28F-6420-878EDB94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1"/>
            <a:r>
              <a:rPr lang="en-IN" sz="3200" dirty="0"/>
              <a:t>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5AE64-060D-5DA2-F1C8-F32CD829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4037D-4CE3-17DC-7A2A-64E8120A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playing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71BA684-6606-54C8-0F84-5E1E14B424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0480629"/>
              </p:ext>
            </p:extLst>
          </p:nvPr>
        </p:nvGraphicFramePr>
        <p:xfrm>
          <a:off x="484189" y="1809750"/>
          <a:ext cx="7224302" cy="4160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AutoShape 4">
            <a:extLst>
              <a:ext uri="{FF2B5EF4-FFF2-40B4-BE49-F238E27FC236}">
                <a16:creationId xmlns:a16="http://schemas.microsoft.com/office/drawing/2014/main" id="{F7660A34-9883-DEED-D29F-63620A3F78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502310" cy="250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C909EA-D50E-6B37-6FB2-DE8FB15EAB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493" y="1809750"/>
            <a:ext cx="3732318" cy="391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84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02FC-1940-72AB-8671-0839E2CF0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6FC47-3017-DA16-F8BF-CBFF553CB9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”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7AC1F3-FBD2-24FF-608E-1D301D27921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2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C00235-80DB-8E65-4FFA-23DF4C0DE0E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480" y="6400904"/>
            <a:ext cx="1463040" cy="246888"/>
          </a:xfrm>
        </p:spPr>
        <p:txBody>
          <a:bodyPr/>
          <a:lstStyle/>
          <a:p>
            <a:r>
              <a:rPr lang="en-US"/>
              <a:t>Game playing</a:t>
            </a:r>
            <a:endParaRPr lang="en-US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228B371B-B65A-BDE1-6722-133B7D40F4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430572"/>
              </p:ext>
            </p:extLst>
          </p:nvPr>
        </p:nvGraphicFramePr>
        <p:xfrm>
          <a:off x="2862262" y="1445342"/>
          <a:ext cx="7068319" cy="3913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3288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987E6-46C8-EE79-A903-41B04AB9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0C8EEF-FA5F-EB4A-5A05-B066FC35AA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F2DFC-2E82-A599-6ACC-216C4D76A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”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DF7CA8-9DB0-7B76-B178-54B22447BD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2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7FEF7C-C45C-D572-AEC5-5F81D33891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480" y="6400904"/>
            <a:ext cx="1463040" cy="246888"/>
          </a:xfrm>
        </p:spPr>
        <p:txBody>
          <a:bodyPr/>
          <a:lstStyle/>
          <a:p>
            <a:r>
              <a:rPr lang="en-US"/>
              <a:t>Game playing</a:t>
            </a:r>
            <a:endParaRPr lang="en-US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2B8F3150-0BB9-A9FB-DC5B-160B7ABF37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6784148"/>
              </p:ext>
            </p:extLst>
          </p:nvPr>
        </p:nvGraphicFramePr>
        <p:xfrm>
          <a:off x="2862262" y="1445342"/>
          <a:ext cx="7068319" cy="3913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893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39DC-0451-39A0-C26A-0912AF475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291CAB-D2D1-AB61-2D81-CE9B292E97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78FB1-46B7-1D5F-6091-9A13D93F6A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”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4B9FE8-D444-DE80-133A-93CB39C7DD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2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2E85BD-6E7A-9E10-CDE1-60D0CD9840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480" y="6400904"/>
            <a:ext cx="1463040" cy="246888"/>
          </a:xfrm>
        </p:spPr>
        <p:txBody>
          <a:bodyPr/>
          <a:lstStyle/>
          <a:p>
            <a:r>
              <a:rPr lang="en-US"/>
              <a:t>Game playing</a:t>
            </a:r>
            <a:endParaRPr lang="en-US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39783411-B1ED-D118-8BC8-241278C4A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598111"/>
              </p:ext>
            </p:extLst>
          </p:nvPr>
        </p:nvGraphicFramePr>
        <p:xfrm>
          <a:off x="2862262" y="1445342"/>
          <a:ext cx="7068319" cy="3913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8156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A7D462-E570-48AF-5271-77D7BEF0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8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670D8-3E22-2F1C-0838-E7DB5D217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Game playing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B6678-6AE1-DFE5-1E4A-95612FFB0C37}"/>
              </a:ext>
            </a:extLst>
          </p:cNvPr>
          <p:cNvSpPr txBox="1"/>
          <p:nvPr/>
        </p:nvSpPr>
        <p:spPr>
          <a:xfrm>
            <a:off x="1524000" y="1032387"/>
            <a:ext cx="9301316" cy="418576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3200" b="1" u="sng" dirty="0"/>
              <a:t>References</a:t>
            </a:r>
          </a:p>
          <a:p>
            <a:endParaRPr lang="en-IN" b="1" u="sng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https://cs221stanford.edu/</a:t>
            </a:r>
            <a:endParaRPr lang="en-IN" sz="2000" u="sng" dirty="0">
              <a:ln w="3175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https://cs221stanford.edu/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https://cs224nstanford.edu/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https://cs229.stanford.edu/</a:t>
            </a:r>
            <a:endParaRPr lang="en-IN" sz="2000" u="sng" dirty="0">
              <a:ln w="3175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https://cs230.stanford.edu/</a:t>
            </a:r>
            <a:endParaRPr lang="en-IN" sz="2000" u="sng" dirty="0">
              <a:ln w="3175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Artificial intelligence and intelligent systems by N. P. </a:t>
            </a:r>
            <a:r>
              <a:rPr lang="en-IN" sz="2000" u="sng" dirty="0" err="1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Padhy</a:t>
            </a: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, Published 2005 by Oxford University press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Artificial Intelligence: A Modern Approach, 3rd Edition, by Stuart Russell and Peter Norvig.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Artificial Intelligence, 3</a:t>
            </a:r>
            <a:r>
              <a:rPr lang="en-IN" sz="2000" u="sng" baseline="3000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rd</a:t>
            </a:r>
            <a:r>
              <a:rPr lang="en-IN" sz="2000" u="sng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Edition, by Elaine Rich, Kevin Knight, Shivashankar B Nair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b="1" u="sng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58478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{FAD38338-F029-4F44-BFC4-6C460E914528}tf11429527_win32</Template>
  <TotalTime>94</TotalTime>
  <Words>365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Aparajita</vt:lpstr>
      <vt:lpstr>Arial</vt:lpstr>
      <vt:lpstr>Calibri</vt:lpstr>
      <vt:lpstr>Century Gothic</vt:lpstr>
      <vt:lpstr>Karla</vt:lpstr>
      <vt:lpstr>Univers Condensed Light</vt:lpstr>
      <vt:lpstr>Office Theme</vt:lpstr>
      <vt:lpstr>Game playing Agent  </vt:lpstr>
      <vt:lpstr>PROJECT OBJECTIVES</vt:lpstr>
      <vt:lpstr>KEY FEATURES:</vt:lpstr>
      <vt:lpstr>SYSTEM ARCHITECTURE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mishra</dc:creator>
  <cp:lastModifiedBy>prashant mishra</cp:lastModifiedBy>
  <cp:revision>17</cp:revision>
  <dcterms:created xsi:type="dcterms:W3CDTF">2025-10-14T03:21:59Z</dcterms:created>
  <dcterms:modified xsi:type="dcterms:W3CDTF">2025-10-14T04:56:53Z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